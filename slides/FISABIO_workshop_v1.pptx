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87" r:id="rId2"/>
    <p:sldId id="321" r:id="rId3"/>
    <p:sldId id="332" r:id="rId4"/>
    <p:sldId id="333" r:id="rId5"/>
    <p:sldId id="334" r:id="rId6"/>
    <p:sldId id="335" r:id="rId7"/>
    <p:sldId id="331" r:id="rId8"/>
    <p:sldId id="324" r:id="rId9"/>
    <p:sldId id="325" r:id="rId10"/>
    <p:sldId id="326" r:id="rId11"/>
    <p:sldId id="336" r:id="rId12"/>
    <p:sldId id="327" r:id="rId13"/>
    <p:sldId id="328" r:id="rId14"/>
    <p:sldId id="329" r:id="rId15"/>
    <p:sldId id="33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6B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7E26C0-E1A9-524D-BD8D-9134100C2927}" v="704" dt="2026-07-10T01:32:15.8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69"/>
    <p:restoredTop sz="96255"/>
  </p:normalViewPr>
  <p:slideViewPr>
    <p:cSldViewPr snapToGrid="0">
      <p:cViewPr>
        <p:scale>
          <a:sx n="114" d="100"/>
          <a:sy n="114" d="100"/>
        </p:scale>
        <p:origin x="2176" y="1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shitij Tandon" userId="15634347-acbf-4539-84f7-139d21f51226" providerId="ADAL" clId="{0A25E2B8-B0B5-54DF-BADD-6F926CE8A598}"/>
    <pc:docChg chg="undo custSel addSld delSld modSld sldOrd">
      <pc:chgData name="Kshitij Tandon" userId="15634347-acbf-4539-84f7-139d21f51226" providerId="ADAL" clId="{0A25E2B8-B0B5-54DF-BADD-6F926CE8A598}" dt="2026-07-10T01:32:15.866" v="3005"/>
      <pc:docMkLst>
        <pc:docMk/>
      </pc:docMkLst>
      <pc:sldChg chg="addSp modSp mod modAnim modNotesTx">
        <pc:chgData name="Kshitij Tandon" userId="15634347-acbf-4539-84f7-139d21f51226" providerId="ADAL" clId="{0A25E2B8-B0B5-54DF-BADD-6F926CE8A598}" dt="2026-07-06T05:21:12.109" v="573" actId="14100"/>
        <pc:sldMkLst>
          <pc:docMk/>
          <pc:sldMk cId="2962316723" sldId="321"/>
        </pc:sldMkLst>
        <pc:spChg chg="add mod">
          <ac:chgData name="Kshitij Tandon" userId="15634347-acbf-4539-84f7-139d21f51226" providerId="ADAL" clId="{0A25E2B8-B0B5-54DF-BADD-6F926CE8A598}" dt="2026-07-06T05:11:52.823" v="393" actId="122"/>
          <ac:spMkLst>
            <pc:docMk/>
            <pc:sldMk cId="2962316723" sldId="321"/>
            <ac:spMk id="2" creationId="{A3357453-3AA4-97A2-5AAF-BDAF45731796}"/>
          </ac:spMkLst>
        </pc:spChg>
        <pc:spChg chg="add mod">
          <ac:chgData name="Kshitij Tandon" userId="15634347-acbf-4539-84f7-139d21f51226" providerId="ADAL" clId="{0A25E2B8-B0B5-54DF-BADD-6F926CE8A598}" dt="2026-07-06T04:57:00.618" v="283" actId="207"/>
          <ac:spMkLst>
            <pc:docMk/>
            <pc:sldMk cId="2962316723" sldId="321"/>
            <ac:spMk id="3" creationId="{EA1EEE0D-FCC8-70AB-F71E-698CF36F565B}"/>
          </ac:spMkLst>
        </pc:spChg>
        <pc:spChg chg="mod">
          <ac:chgData name="Kshitij Tandon" userId="15634347-acbf-4539-84f7-139d21f51226" providerId="ADAL" clId="{0A25E2B8-B0B5-54DF-BADD-6F926CE8A598}" dt="2026-07-06T05:21:12.109" v="573" actId="14100"/>
          <ac:spMkLst>
            <pc:docMk/>
            <pc:sldMk cId="2962316723" sldId="321"/>
            <ac:spMk id="5" creationId="{F5208298-E042-9809-0C3B-26B64D9E31E7}"/>
          </ac:spMkLst>
        </pc:spChg>
        <pc:spChg chg="mod">
          <ac:chgData name="Kshitij Tandon" userId="15634347-acbf-4539-84f7-139d21f51226" providerId="ADAL" clId="{0A25E2B8-B0B5-54DF-BADD-6F926CE8A598}" dt="2026-07-06T04:55:42.993" v="270" actId="1076"/>
          <ac:spMkLst>
            <pc:docMk/>
            <pc:sldMk cId="2962316723" sldId="321"/>
            <ac:spMk id="9" creationId="{3C70762A-4E96-7F68-4A5C-A3470F0CBFE7}"/>
          </ac:spMkLst>
        </pc:spChg>
        <pc:spChg chg="mod">
          <ac:chgData name="Kshitij Tandon" userId="15634347-acbf-4539-84f7-139d21f51226" providerId="ADAL" clId="{0A25E2B8-B0B5-54DF-BADD-6F926CE8A598}" dt="2026-07-06T04:49:56.870" v="227" actId="20577"/>
          <ac:spMkLst>
            <pc:docMk/>
            <pc:sldMk cId="2962316723" sldId="321"/>
            <ac:spMk id="16" creationId="{05DFEFCA-DE30-F2D1-0EFB-F31F15C8B2F8}"/>
          </ac:spMkLst>
        </pc:spChg>
        <pc:picChg chg="mod">
          <ac:chgData name="Kshitij Tandon" userId="15634347-acbf-4539-84f7-139d21f51226" providerId="ADAL" clId="{0A25E2B8-B0B5-54DF-BADD-6F926CE8A598}" dt="2026-07-06T04:49:57.651" v="228" actId="1076"/>
          <ac:picMkLst>
            <pc:docMk/>
            <pc:sldMk cId="2962316723" sldId="321"/>
            <ac:picMk id="6" creationId="{893D3BDD-1CC5-F816-82C8-298699836BDB}"/>
          </ac:picMkLst>
        </pc:picChg>
      </pc:sldChg>
      <pc:sldChg chg="addSp delSp modSp mod modAnim modNotesTx">
        <pc:chgData name="Kshitij Tandon" userId="15634347-acbf-4539-84f7-139d21f51226" providerId="ADAL" clId="{0A25E2B8-B0B5-54DF-BADD-6F926CE8A598}" dt="2026-07-09T06:26:37.993" v="2323" actId="207"/>
        <pc:sldMkLst>
          <pc:docMk/>
          <pc:sldMk cId="2400250369" sldId="324"/>
        </pc:sldMkLst>
        <pc:spChg chg="add mod">
          <ac:chgData name="Kshitij Tandon" userId="15634347-acbf-4539-84f7-139d21f51226" providerId="ADAL" clId="{0A25E2B8-B0B5-54DF-BADD-6F926CE8A598}" dt="2026-07-06T04:50:14.989" v="237"/>
          <ac:spMkLst>
            <pc:docMk/>
            <pc:sldMk cId="2400250369" sldId="324"/>
            <ac:spMk id="2" creationId="{96404843-8AA2-B762-4DBB-C584EB14B3F3}"/>
          </ac:spMkLst>
        </pc:spChg>
        <pc:spChg chg="mod">
          <ac:chgData name="Kshitij Tandon" userId="15634347-acbf-4539-84f7-139d21f51226" providerId="ADAL" clId="{0A25E2B8-B0B5-54DF-BADD-6F926CE8A598}" dt="2026-07-09T06:26:37.993" v="2323" actId="207"/>
          <ac:spMkLst>
            <pc:docMk/>
            <pc:sldMk cId="2400250369" sldId="324"/>
            <ac:spMk id="8" creationId="{28076344-6ADE-FF7C-4B7E-C05E456008AF}"/>
          </ac:spMkLst>
        </pc:spChg>
        <pc:spChg chg="add mod">
          <ac:chgData name="Kshitij Tandon" userId="15634347-acbf-4539-84f7-139d21f51226" providerId="ADAL" clId="{0A25E2B8-B0B5-54DF-BADD-6F926CE8A598}" dt="2026-07-09T05:21:40.924" v="1829" actId="20577"/>
          <ac:spMkLst>
            <pc:docMk/>
            <pc:sldMk cId="2400250369" sldId="324"/>
            <ac:spMk id="13" creationId="{A2208AE4-0438-D082-8005-DAB233D5B254}"/>
          </ac:spMkLst>
        </pc:spChg>
        <pc:picChg chg="add del mod">
          <ac:chgData name="Kshitij Tandon" userId="15634347-acbf-4539-84f7-139d21f51226" providerId="ADAL" clId="{0A25E2B8-B0B5-54DF-BADD-6F926CE8A598}" dt="2026-07-09T05:10:35.934" v="1697" actId="478"/>
          <ac:picMkLst>
            <pc:docMk/>
            <pc:sldMk cId="2400250369" sldId="324"/>
            <ac:picMk id="3" creationId="{1B6E220F-A296-E1F2-E60F-CAD8596E9924}"/>
          </ac:picMkLst>
        </pc:picChg>
        <pc:picChg chg="add mod modCrop">
          <ac:chgData name="Kshitij Tandon" userId="15634347-acbf-4539-84f7-139d21f51226" providerId="ADAL" clId="{0A25E2B8-B0B5-54DF-BADD-6F926CE8A598}" dt="2026-07-09T05:15:48.814" v="1778" actId="1076"/>
          <ac:picMkLst>
            <pc:docMk/>
            <pc:sldMk cId="2400250369" sldId="324"/>
            <ac:picMk id="4" creationId="{6988C313-086E-B810-FFC3-BD5A7842EF73}"/>
          </ac:picMkLst>
        </pc:picChg>
        <pc:picChg chg="add mod modCrop">
          <ac:chgData name="Kshitij Tandon" userId="15634347-acbf-4539-84f7-139d21f51226" providerId="ADAL" clId="{0A25E2B8-B0B5-54DF-BADD-6F926CE8A598}" dt="2026-07-09T05:15:50.225" v="1779" actId="1076"/>
          <ac:picMkLst>
            <pc:docMk/>
            <pc:sldMk cId="2400250369" sldId="324"/>
            <ac:picMk id="7" creationId="{8707DE82-1277-5235-EEB8-DC9F91EB0514}"/>
          </ac:picMkLst>
        </pc:picChg>
        <pc:picChg chg="add mod modCrop">
          <ac:chgData name="Kshitij Tandon" userId="15634347-acbf-4539-84f7-139d21f51226" providerId="ADAL" clId="{0A25E2B8-B0B5-54DF-BADD-6F926CE8A598}" dt="2026-07-09T05:15:52" v="1780" actId="1076"/>
          <ac:picMkLst>
            <pc:docMk/>
            <pc:sldMk cId="2400250369" sldId="324"/>
            <ac:picMk id="9" creationId="{267E5020-D039-2117-FC40-A07695CB75F4}"/>
          </ac:picMkLst>
        </pc:picChg>
        <pc:picChg chg="add mod modCrop">
          <ac:chgData name="Kshitij Tandon" userId="15634347-acbf-4539-84f7-139d21f51226" providerId="ADAL" clId="{0A25E2B8-B0B5-54DF-BADD-6F926CE8A598}" dt="2026-07-09T05:15:56.668" v="1781" actId="1076"/>
          <ac:picMkLst>
            <pc:docMk/>
            <pc:sldMk cId="2400250369" sldId="324"/>
            <ac:picMk id="10" creationId="{8F442E13-6891-6284-A4BC-C17E5D511662}"/>
          </ac:picMkLst>
        </pc:picChg>
        <pc:picChg chg="add mod modCrop">
          <ac:chgData name="Kshitij Tandon" userId="15634347-acbf-4539-84f7-139d21f51226" providerId="ADAL" clId="{0A25E2B8-B0B5-54DF-BADD-6F926CE8A598}" dt="2026-07-09T05:15:06.302" v="1769" actId="14100"/>
          <ac:picMkLst>
            <pc:docMk/>
            <pc:sldMk cId="2400250369" sldId="324"/>
            <ac:picMk id="11" creationId="{1695B23E-E143-26A5-1FD3-284B83C613A2}"/>
          </ac:picMkLst>
        </pc:picChg>
        <pc:picChg chg="add mod">
          <ac:chgData name="Kshitij Tandon" userId="15634347-acbf-4539-84f7-139d21f51226" providerId="ADAL" clId="{0A25E2B8-B0B5-54DF-BADD-6F926CE8A598}" dt="2026-07-09T05:19:26.136" v="1794"/>
          <ac:picMkLst>
            <pc:docMk/>
            <pc:sldMk cId="2400250369" sldId="324"/>
            <ac:picMk id="12" creationId="{FE203B65-A6B8-0C2A-38FC-4C56F6138FE2}"/>
          </ac:picMkLst>
        </pc:picChg>
      </pc:sldChg>
      <pc:sldChg chg="addSp delSp modSp mod modAnim modNotesTx">
        <pc:chgData name="Kshitij Tandon" userId="15634347-acbf-4539-84f7-139d21f51226" providerId="ADAL" clId="{0A25E2B8-B0B5-54DF-BADD-6F926CE8A598}" dt="2026-07-09T05:39:21.290" v="1908" actId="20577"/>
        <pc:sldMkLst>
          <pc:docMk/>
          <pc:sldMk cId="3877203574" sldId="325"/>
        </pc:sldMkLst>
        <pc:spChg chg="add mod">
          <ac:chgData name="Kshitij Tandon" userId="15634347-acbf-4539-84f7-139d21f51226" providerId="ADAL" clId="{0A25E2B8-B0B5-54DF-BADD-6F926CE8A598}" dt="2026-07-06T04:50:19.045" v="239"/>
          <ac:spMkLst>
            <pc:docMk/>
            <pc:sldMk cId="3877203574" sldId="325"/>
            <ac:spMk id="3" creationId="{13E24013-7A86-1687-5091-9BC90E5E439E}"/>
          </ac:spMkLst>
        </pc:spChg>
        <pc:spChg chg="mod">
          <ac:chgData name="Kshitij Tandon" userId="15634347-acbf-4539-84f7-139d21f51226" providerId="ADAL" clId="{0A25E2B8-B0B5-54DF-BADD-6F926CE8A598}" dt="2026-07-09T05:37:08.448" v="1896" actId="14100"/>
          <ac:spMkLst>
            <pc:docMk/>
            <pc:sldMk cId="3877203574" sldId="325"/>
            <ac:spMk id="5" creationId="{A24086C4-EF6E-B04C-CE89-1F351A331F1E}"/>
          </ac:spMkLst>
        </pc:spChg>
        <pc:spChg chg="add mod">
          <ac:chgData name="Kshitij Tandon" userId="15634347-acbf-4539-84f7-139d21f51226" providerId="ADAL" clId="{0A25E2B8-B0B5-54DF-BADD-6F926CE8A598}" dt="2026-07-09T05:23:35.823" v="1877" actId="1076"/>
          <ac:spMkLst>
            <pc:docMk/>
            <pc:sldMk cId="3877203574" sldId="325"/>
            <ac:spMk id="9" creationId="{0620863E-2138-0560-58BD-84B35B61F6F9}"/>
          </ac:spMkLst>
        </pc:spChg>
        <pc:spChg chg="add mod">
          <ac:chgData name="Kshitij Tandon" userId="15634347-acbf-4539-84f7-139d21f51226" providerId="ADAL" clId="{0A25E2B8-B0B5-54DF-BADD-6F926CE8A598}" dt="2026-07-09T05:20:47.751" v="1795" actId="1076"/>
          <ac:spMkLst>
            <pc:docMk/>
            <pc:sldMk cId="3877203574" sldId="325"/>
            <ac:spMk id="10" creationId="{B22C6012-7BAB-DE1A-9451-9E9E8B02FE14}"/>
          </ac:spMkLst>
        </pc:spChg>
        <pc:spChg chg="add mod">
          <ac:chgData name="Kshitij Tandon" userId="15634347-acbf-4539-84f7-139d21f51226" providerId="ADAL" clId="{0A25E2B8-B0B5-54DF-BADD-6F926CE8A598}" dt="2026-07-09T05:22:58.952" v="1871" actId="20577"/>
          <ac:spMkLst>
            <pc:docMk/>
            <pc:sldMk cId="3877203574" sldId="325"/>
            <ac:spMk id="12" creationId="{8886A240-8153-E475-A085-EA8E72B1B0D0}"/>
          </ac:spMkLst>
        </pc:spChg>
        <pc:picChg chg="add mod">
          <ac:chgData name="Kshitij Tandon" userId="15634347-acbf-4539-84f7-139d21f51226" providerId="ADAL" clId="{0A25E2B8-B0B5-54DF-BADD-6F926CE8A598}" dt="2026-07-09T05:23:37.368" v="1878" actId="1076"/>
          <ac:picMkLst>
            <pc:docMk/>
            <pc:sldMk cId="3877203574" sldId="325"/>
            <ac:picMk id="4" creationId="{EE6BC9F6-8551-5472-A952-30150908F06E}"/>
          </ac:picMkLst>
        </pc:picChg>
        <pc:picChg chg="add mod">
          <ac:chgData name="Kshitij Tandon" userId="15634347-acbf-4539-84f7-139d21f51226" providerId="ADAL" clId="{0A25E2B8-B0B5-54DF-BADD-6F926CE8A598}" dt="2026-07-08T05:44:38.300" v="1250" actId="1076"/>
          <ac:picMkLst>
            <pc:docMk/>
            <pc:sldMk cId="3877203574" sldId="325"/>
            <ac:picMk id="8" creationId="{038C7E6C-B5B6-ABBA-BFAB-4E87748A9939}"/>
          </ac:picMkLst>
        </pc:picChg>
        <pc:picChg chg="add mod">
          <ac:chgData name="Kshitij Tandon" userId="15634347-acbf-4539-84f7-139d21f51226" providerId="ADAL" clId="{0A25E2B8-B0B5-54DF-BADD-6F926CE8A598}" dt="2026-07-09T05:20:53.047" v="1796"/>
          <ac:picMkLst>
            <pc:docMk/>
            <pc:sldMk cId="3877203574" sldId="325"/>
            <ac:picMk id="11" creationId="{2653C7C8-8A9C-14EE-9390-E74314F7EF97}"/>
          </ac:picMkLst>
        </pc:picChg>
      </pc:sldChg>
      <pc:sldChg chg="addSp delSp modSp mod modTransition modAnim modNotesTx">
        <pc:chgData name="Kshitij Tandon" userId="15634347-acbf-4539-84f7-139d21f51226" providerId="ADAL" clId="{0A25E2B8-B0B5-54DF-BADD-6F926CE8A598}" dt="2026-07-10T01:31:56.796" v="2997"/>
        <pc:sldMkLst>
          <pc:docMk/>
          <pc:sldMk cId="3138601588" sldId="326"/>
        </pc:sldMkLst>
        <pc:spChg chg="add del mod">
          <ac:chgData name="Kshitij Tandon" userId="15634347-acbf-4539-84f7-139d21f51226" providerId="ADAL" clId="{0A25E2B8-B0B5-54DF-BADD-6F926CE8A598}" dt="2026-07-09T05:37:22.943" v="1897" actId="478"/>
          <ac:spMkLst>
            <pc:docMk/>
            <pc:sldMk cId="3138601588" sldId="326"/>
            <ac:spMk id="3" creationId="{1DCEC636-FDB2-92C8-F905-96FBA21F77CC}"/>
          </ac:spMkLst>
        </pc:spChg>
        <pc:spChg chg="del">
          <ac:chgData name="Kshitij Tandon" userId="15634347-acbf-4539-84f7-139d21f51226" providerId="ADAL" clId="{0A25E2B8-B0B5-54DF-BADD-6F926CE8A598}" dt="2026-07-10T01:31:56.545" v="2996" actId="478"/>
          <ac:spMkLst>
            <pc:docMk/>
            <pc:sldMk cId="3138601588" sldId="326"/>
            <ac:spMk id="6" creationId="{C15451FA-997D-15A7-8E6A-D1CB64664B0B}"/>
          </ac:spMkLst>
        </pc:spChg>
        <pc:spChg chg="add mod">
          <ac:chgData name="Kshitij Tandon" userId="15634347-acbf-4539-84f7-139d21f51226" providerId="ADAL" clId="{0A25E2B8-B0B5-54DF-BADD-6F926CE8A598}" dt="2026-07-09T05:23:10.016" v="1873" actId="1076"/>
          <ac:spMkLst>
            <pc:docMk/>
            <pc:sldMk cId="3138601588" sldId="326"/>
            <ac:spMk id="7" creationId="{532F05B0-0342-C14C-831C-047FA0053843}"/>
          </ac:spMkLst>
        </pc:spChg>
        <pc:spChg chg="add mod">
          <ac:chgData name="Kshitij Tandon" userId="15634347-acbf-4539-84f7-139d21f51226" providerId="ADAL" clId="{0A25E2B8-B0B5-54DF-BADD-6F926CE8A598}" dt="2026-07-09T05:23:14.215" v="1874" actId="1076"/>
          <ac:spMkLst>
            <pc:docMk/>
            <pc:sldMk cId="3138601588" sldId="326"/>
            <ac:spMk id="8" creationId="{A53F3153-A2A8-E731-3655-85FEF0D29FD3}"/>
          </ac:spMkLst>
        </pc:spChg>
        <pc:spChg chg="add del mod">
          <ac:chgData name="Kshitij Tandon" userId="15634347-acbf-4539-84f7-139d21f51226" providerId="ADAL" clId="{0A25E2B8-B0B5-54DF-BADD-6F926CE8A598}" dt="2026-07-09T06:10:37.735" v="1988" actId="478"/>
          <ac:spMkLst>
            <pc:docMk/>
            <pc:sldMk cId="3138601588" sldId="326"/>
            <ac:spMk id="13" creationId="{E4D39393-E71A-2825-82B6-77F1D254A716}"/>
          </ac:spMkLst>
        </pc:spChg>
        <pc:spChg chg="add mod">
          <ac:chgData name="Kshitij Tandon" userId="15634347-acbf-4539-84f7-139d21f51226" providerId="ADAL" clId="{0A25E2B8-B0B5-54DF-BADD-6F926CE8A598}" dt="2026-07-09T05:37:27.488" v="1899" actId="1076"/>
          <ac:spMkLst>
            <pc:docMk/>
            <pc:sldMk cId="3138601588" sldId="326"/>
            <ac:spMk id="14" creationId="{37CEF3AB-AAE6-381D-B15B-65AD9E31C654}"/>
          </ac:spMkLst>
        </pc:spChg>
        <pc:spChg chg="add mod">
          <ac:chgData name="Kshitij Tandon" userId="15634347-acbf-4539-84f7-139d21f51226" providerId="ADAL" clId="{0A25E2B8-B0B5-54DF-BADD-6F926CE8A598}" dt="2026-07-09T05:37:32.486" v="1900" actId="1076"/>
          <ac:spMkLst>
            <pc:docMk/>
            <pc:sldMk cId="3138601588" sldId="326"/>
            <ac:spMk id="15" creationId="{B74691E9-11AC-CF8F-EA3F-DE2AE5D54D98}"/>
          </ac:spMkLst>
        </pc:spChg>
        <pc:spChg chg="add mod">
          <ac:chgData name="Kshitij Tandon" userId="15634347-acbf-4539-84f7-139d21f51226" providerId="ADAL" clId="{0A25E2B8-B0B5-54DF-BADD-6F926CE8A598}" dt="2026-07-09T05:37:23.704" v="1898"/>
          <ac:spMkLst>
            <pc:docMk/>
            <pc:sldMk cId="3138601588" sldId="326"/>
            <ac:spMk id="17" creationId="{67124762-B4FA-6944-C019-BF3774C20D74}"/>
          </ac:spMkLst>
        </pc:spChg>
        <pc:spChg chg="add mod">
          <ac:chgData name="Kshitij Tandon" userId="15634347-acbf-4539-84f7-139d21f51226" providerId="ADAL" clId="{0A25E2B8-B0B5-54DF-BADD-6F926CE8A598}" dt="2026-07-10T01:31:56.796" v="2997"/>
          <ac:spMkLst>
            <pc:docMk/>
            <pc:sldMk cId="3138601588" sldId="326"/>
            <ac:spMk id="18" creationId="{AC6A96FA-FC2A-B0FB-00DF-BDFB86A31C1C}"/>
          </ac:spMkLst>
        </pc:spChg>
        <pc:picChg chg="add mod">
          <ac:chgData name="Kshitij Tandon" userId="15634347-acbf-4539-84f7-139d21f51226" providerId="ADAL" clId="{0A25E2B8-B0B5-54DF-BADD-6F926CE8A598}" dt="2026-07-08T05:58:28.349" v="1490" actId="1076"/>
          <ac:picMkLst>
            <pc:docMk/>
            <pc:sldMk cId="3138601588" sldId="326"/>
            <ac:picMk id="9" creationId="{472E4D83-D350-5291-8B26-B2A88279EDD8}"/>
          </ac:picMkLst>
        </pc:picChg>
        <pc:picChg chg="add mod">
          <ac:chgData name="Kshitij Tandon" userId="15634347-acbf-4539-84f7-139d21f51226" providerId="ADAL" clId="{0A25E2B8-B0B5-54DF-BADD-6F926CE8A598}" dt="2026-07-08T05:58:32.638" v="1491" actId="1076"/>
          <ac:picMkLst>
            <pc:docMk/>
            <pc:sldMk cId="3138601588" sldId="326"/>
            <ac:picMk id="10" creationId="{1B88E88A-102E-F4D8-2E3D-2785175DE68B}"/>
          </ac:picMkLst>
        </pc:picChg>
        <pc:picChg chg="add mod">
          <ac:chgData name="Kshitij Tandon" userId="15634347-acbf-4539-84f7-139d21f51226" providerId="ADAL" clId="{0A25E2B8-B0B5-54DF-BADD-6F926CE8A598}" dt="2026-07-08T05:58:39.059" v="1494" actId="1076"/>
          <ac:picMkLst>
            <pc:docMk/>
            <pc:sldMk cId="3138601588" sldId="326"/>
            <ac:picMk id="11" creationId="{210BC210-35C3-98E4-63FC-BB14B1852A13}"/>
          </ac:picMkLst>
        </pc:picChg>
        <pc:picChg chg="add mod">
          <ac:chgData name="Kshitij Tandon" userId="15634347-acbf-4539-84f7-139d21f51226" providerId="ADAL" clId="{0A25E2B8-B0B5-54DF-BADD-6F926CE8A598}" dt="2026-07-09T05:38:36.468" v="1905" actId="1076"/>
          <ac:picMkLst>
            <pc:docMk/>
            <pc:sldMk cId="3138601588" sldId="326"/>
            <ac:picMk id="12" creationId="{16C00F5B-6A37-E8A1-5933-7E7EB540C9B4}"/>
          </ac:picMkLst>
        </pc:picChg>
        <pc:picChg chg="add mod">
          <ac:chgData name="Kshitij Tandon" userId="15634347-acbf-4539-84f7-139d21f51226" providerId="ADAL" clId="{0A25E2B8-B0B5-54DF-BADD-6F926CE8A598}" dt="2026-07-09T05:24:07.355" v="1881"/>
          <ac:picMkLst>
            <pc:docMk/>
            <pc:sldMk cId="3138601588" sldId="326"/>
            <ac:picMk id="16" creationId="{2CF35A49-772E-C2FF-E0CF-D7FC06A04754}"/>
          </ac:picMkLst>
        </pc:picChg>
      </pc:sldChg>
      <pc:sldChg chg="addSp delSp modSp mod modAnim modNotesTx">
        <pc:chgData name="Kshitij Tandon" userId="15634347-acbf-4539-84f7-139d21f51226" providerId="ADAL" clId="{0A25E2B8-B0B5-54DF-BADD-6F926CE8A598}" dt="2026-07-10T01:32:07.108" v="3001"/>
        <pc:sldMkLst>
          <pc:docMk/>
          <pc:sldMk cId="1978806818" sldId="327"/>
        </pc:sldMkLst>
        <pc:spChg chg="mod">
          <ac:chgData name="Kshitij Tandon" userId="15634347-acbf-4539-84f7-139d21f51226" providerId="ADAL" clId="{0A25E2B8-B0B5-54DF-BADD-6F926CE8A598}" dt="2026-07-09T05:57:39.540" v="1961" actId="5793"/>
          <ac:spMkLst>
            <pc:docMk/>
            <pc:sldMk cId="1978806818" sldId="327"/>
            <ac:spMk id="5" creationId="{1E26B140-E014-EDD3-C7C9-46803E8C6DF6}"/>
          </ac:spMkLst>
        </pc:spChg>
        <pc:spChg chg="del">
          <ac:chgData name="Kshitij Tandon" userId="15634347-acbf-4539-84f7-139d21f51226" providerId="ADAL" clId="{0A25E2B8-B0B5-54DF-BADD-6F926CE8A598}" dt="2026-07-10T01:32:06.794" v="3000" actId="478"/>
          <ac:spMkLst>
            <pc:docMk/>
            <pc:sldMk cId="1978806818" sldId="327"/>
            <ac:spMk id="6" creationId="{23940A24-4C42-2208-C8FB-0FB696447C07}"/>
          </ac:spMkLst>
        </pc:spChg>
        <pc:spChg chg="add mod">
          <ac:chgData name="Kshitij Tandon" userId="15634347-acbf-4539-84f7-139d21f51226" providerId="ADAL" clId="{0A25E2B8-B0B5-54DF-BADD-6F926CE8A598}" dt="2026-07-09T06:15:23.033" v="2221" actId="164"/>
          <ac:spMkLst>
            <pc:docMk/>
            <pc:sldMk cId="1978806818" sldId="327"/>
            <ac:spMk id="7" creationId="{A848C685-C760-31B2-0B41-8404EB7FFE28}"/>
          </ac:spMkLst>
        </pc:spChg>
        <pc:spChg chg="add del mod">
          <ac:chgData name="Kshitij Tandon" userId="15634347-acbf-4539-84f7-139d21f51226" providerId="ADAL" clId="{0A25E2B8-B0B5-54DF-BADD-6F926CE8A598}" dt="2026-07-09T06:08:38.068" v="1985" actId="22"/>
          <ac:spMkLst>
            <pc:docMk/>
            <pc:sldMk cId="1978806818" sldId="327"/>
            <ac:spMk id="11" creationId="{907247D5-96E1-4A8E-7DB9-7CA4EA763A8D}"/>
          </ac:spMkLst>
        </pc:spChg>
        <pc:spChg chg="add del">
          <ac:chgData name="Kshitij Tandon" userId="15634347-acbf-4539-84f7-139d21f51226" providerId="ADAL" clId="{0A25E2B8-B0B5-54DF-BADD-6F926CE8A598}" dt="2026-07-09T06:10:41.186" v="1990" actId="22"/>
          <ac:spMkLst>
            <pc:docMk/>
            <pc:sldMk cId="1978806818" sldId="327"/>
            <ac:spMk id="13" creationId="{6DD4F387-5518-D8AD-A0F2-D643EAEB31BB}"/>
          </ac:spMkLst>
        </pc:spChg>
        <pc:spChg chg="add mod">
          <ac:chgData name="Kshitij Tandon" userId="15634347-acbf-4539-84f7-139d21f51226" providerId="ADAL" clId="{0A25E2B8-B0B5-54DF-BADD-6F926CE8A598}" dt="2026-07-09T06:13:31.074" v="2204" actId="1076"/>
          <ac:spMkLst>
            <pc:docMk/>
            <pc:sldMk cId="1978806818" sldId="327"/>
            <ac:spMk id="14" creationId="{1200BB8A-B109-3A55-3D1B-8A728B4E50D1}"/>
          </ac:spMkLst>
        </pc:spChg>
        <pc:spChg chg="add mod">
          <ac:chgData name="Kshitij Tandon" userId="15634347-acbf-4539-84f7-139d21f51226" providerId="ADAL" clId="{0A25E2B8-B0B5-54DF-BADD-6F926CE8A598}" dt="2026-07-09T06:17:51.162" v="2265" actId="1076"/>
          <ac:spMkLst>
            <pc:docMk/>
            <pc:sldMk cId="1978806818" sldId="327"/>
            <ac:spMk id="18" creationId="{7DD80B5A-6FEA-EA9C-68AC-941488E427B1}"/>
          </ac:spMkLst>
        </pc:spChg>
        <pc:spChg chg="add mod">
          <ac:chgData name="Kshitij Tandon" userId="15634347-acbf-4539-84f7-139d21f51226" providerId="ADAL" clId="{0A25E2B8-B0B5-54DF-BADD-6F926CE8A598}" dt="2026-07-09T06:17:47.277" v="2264" actId="1076"/>
          <ac:spMkLst>
            <pc:docMk/>
            <pc:sldMk cId="1978806818" sldId="327"/>
            <ac:spMk id="19" creationId="{5FC4F790-55EA-74D8-2799-2FD461C1B165}"/>
          </ac:spMkLst>
        </pc:spChg>
        <pc:spChg chg="add mod">
          <ac:chgData name="Kshitij Tandon" userId="15634347-acbf-4539-84f7-139d21f51226" providerId="ADAL" clId="{0A25E2B8-B0B5-54DF-BADD-6F926CE8A598}" dt="2026-07-10T01:32:04.885" v="2999"/>
          <ac:spMkLst>
            <pc:docMk/>
            <pc:sldMk cId="1978806818" sldId="327"/>
            <ac:spMk id="20" creationId="{D7FFA14C-CFF5-843D-C82D-0DD6F08FB4E0}"/>
          </ac:spMkLst>
        </pc:spChg>
        <pc:spChg chg="add mod">
          <ac:chgData name="Kshitij Tandon" userId="15634347-acbf-4539-84f7-139d21f51226" providerId="ADAL" clId="{0A25E2B8-B0B5-54DF-BADD-6F926CE8A598}" dt="2026-07-10T01:32:07.108" v="3001"/>
          <ac:spMkLst>
            <pc:docMk/>
            <pc:sldMk cId="1978806818" sldId="327"/>
            <ac:spMk id="21" creationId="{9735D734-D6D5-C222-F75F-23E5B2848103}"/>
          </ac:spMkLst>
        </pc:spChg>
        <pc:grpChg chg="add mod">
          <ac:chgData name="Kshitij Tandon" userId="15634347-acbf-4539-84f7-139d21f51226" providerId="ADAL" clId="{0A25E2B8-B0B5-54DF-BADD-6F926CE8A598}" dt="2026-07-09T06:16:07.908" v="2248" actId="1076"/>
          <ac:grpSpMkLst>
            <pc:docMk/>
            <pc:sldMk cId="1978806818" sldId="327"/>
            <ac:grpSpMk id="16" creationId="{BB2484EC-43AD-B08A-2413-53A9DCE4709E}"/>
          </ac:grpSpMkLst>
        </pc:grpChg>
        <pc:picChg chg="add mod">
          <ac:chgData name="Kshitij Tandon" userId="15634347-acbf-4539-84f7-139d21f51226" providerId="ADAL" clId="{0A25E2B8-B0B5-54DF-BADD-6F926CE8A598}" dt="2026-07-09T05:39:38.868" v="1910"/>
          <ac:picMkLst>
            <pc:docMk/>
            <pc:sldMk cId="1978806818" sldId="327"/>
            <ac:picMk id="2" creationId="{1BF60C4B-45F6-3919-5AE3-B9CC4F0EAE0B}"/>
          </ac:picMkLst>
        </pc:picChg>
        <pc:picChg chg="add mod modCrop">
          <ac:chgData name="Kshitij Tandon" userId="15634347-acbf-4539-84f7-139d21f51226" providerId="ADAL" clId="{0A25E2B8-B0B5-54DF-BADD-6F926CE8A598}" dt="2026-07-09T06:17:43.625" v="2263" actId="1076"/>
          <ac:picMkLst>
            <pc:docMk/>
            <pc:sldMk cId="1978806818" sldId="327"/>
            <ac:picMk id="3" creationId="{94EEAEBD-A7A6-2560-A1C2-DFEFFF54C0E3}"/>
          </ac:picMkLst>
        </pc:picChg>
        <pc:picChg chg="add mod modCrop">
          <ac:chgData name="Kshitij Tandon" userId="15634347-acbf-4539-84f7-139d21f51226" providerId="ADAL" clId="{0A25E2B8-B0B5-54DF-BADD-6F926CE8A598}" dt="2026-07-09T06:15:23.033" v="2221" actId="164"/>
          <ac:picMkLst>
            <pc:docMk/>
            <pc:sldMk cId="1978806818" sldId="327"/>
            <ac:picMk id="4" creationId="{599157D1-D3AD-C6E3-39D0-EC3D0E4E924E}"/>
          </ac:picMkLst>
        </pc:picChg>
        <pc:picChg chg="add mod modCrop">
          <ac:chgData name="Kshitij Tandon" userId="15634347-acbf-4539-84f7-139d21f51226" providerId="ADAL" clId="{0A25E2B8-B0B5-54DF-BADD-6F926CE8A598}" dt="2026-07-09T06:17:37.713" v="2261" actId="1076"/>
          <ac:picMkLst>
            <pc:docMk/>
            <pc:sldMk cId="1978806818" sldId="327"/>
            <ac:picMk id="8" creationId="{C9685D9A-1816-6A61-4BA7-6A9D63DB5001}"/>
          </ac:picMkLst>
        </pc:picChg>
        <pc:picChg chg="add del mod">
          <ac:chgData name="Kshitij Tandon" userId="15634347-acbf-4539-84f7-139d21f51226" providerId="ADAL" clId="{0A25E2B8-B0B5-54DF-BADD-6F926CE8A598}" dt="2026-07-09T06:10:34.562" v="1987" actId="478"/>
          <ac:picMkLst>
            <pc:docMk/>
            <pc:sldMk cId="1978806818" sldId="327"/>
            <ac:picMk id="9" creationId="{119CBC52-0760-561D-BA7D-BC0C4FB931E3}"/>
          </ac:picMkLst>
        </pc:picChg>
        <pc:picChg chg="add del mod modCrop">
          <ac:chgData name="Kshitij Tandon" userId="15634347-acbf-4539-84f7-139d21f51226" providerId="ADAL" clId="{0A25E2B8-B0B5-54DF-BADD-6F926CE8A598}" dt="2026-07-09T06:14:50.691" v="2213" actId="478"/>
          <ac:picMkLst>
            <pc:docMk/>
            <pc:sldMk cId="1978806818" sldId="327"/>
            <ac:picMk id="15" creationId="{E3A99DA3-58CB-3C94-5DFF-013B6EDD1F14}"/>
          </ac:picMkLst>
        </pc:picChg>
      </pc:sldChg>
      <pc:sldChg chg="addSp delSp modSp mod modNotesTx">
        <pc:chgData name="Kshitij Tandon" userId="15634347-acbf-4539-84f7-139d21f51226" providerId="ADAL" clId="{0A25E2B8-B0B5-54DF-BADD-6F926CE8A598}" dt="2026-07-10T01:32:11.608" v="3003"/>
        <pc:sldMkLst>
          <pc:docMk/>
          <pc:sldMk cId="2917721761" sldId="328"/>
        </pc:sldMkLst>
        <pc:spChg chg="add mod">
          <ac:chgData name="Kshitij Tandon" userId="15634347-acbf-4539-84f7-139d21f51226" providerId="ADAL" clId="{0A25E2B8-B0B5-54DF-BADD-6F926CE8A598}" dt="2026-07-09T06:57:08.192" v="2627" actId="20577"/>
          <ac:spMkLst>
            <pc:docMk/>
            <pc:sldMk cId="2917721761" sldId="328"/>
            <ac:spMk id="4" creationId="{9524F38D-07EA-3224-A2E3-232B66B7650A}"/>
          </ac:spMkLst>
        </pc:spChg>
        <pc:spChg chg="mod">
          <ac:chgData name="Kshitij Tandon" userId="15634347-acbf-4539-84f7-139d21f51226" providerId="ADAL" clId="{0A25E2B8-B0B5-54DF-BADD-6F926CE8A598}" dt="2026-07-09T06:23:26.350" v="2304"/>
          <ac:spMkLst>
            <pc:docMk/>
            <pc:sldMk cId="2917721761" sldId="328"/>
            <ac:spMk id="5" creationId="{6643CEE1-8E7C-7DBF-54B9-74206F746A79}"/>
          </ac:spMkLst>
        </pc:spChg>
        <pc:spChg chg="del">
          <ac:chgData name="Kshitij Tandon" userId="15634347-acbf-4539-84f7-139d21f51226" providerId="ADAL" clId="{0A25E2B8-B0B5-54DF-BADD-6F926CE8A598}" dt="2026-07-10T01:32:11.361" v="3002" actId="478"/>
          <ac:spMkLst>
            <pc:docMk/>
            <pc:sldMk cId="2917721761" sldId="328"/>
            <ac:spMk id="6" creationId="{D087C49A-813F-2E94-D88F-C3BE92E9C56F}"/>
          </ac:spMkLst>
        </pc:spChg>
        <pc:spChg chg="add mod">
          <ac:chgData name="Kshitij Tandon" userId="15634347-acbf-4539-84f7-139d21f51226" providerId="ADAL" clId="{0A25E2B8-B0B5-54DF-BADD-6F926CE8A598}" dt="2026-07-09T06:54:26.757" v="2547" actId="20577"/>
          <ac:spMkLst>
            <pc:docMk/>
            <pc:sldMk cId="2917721761" sldId="328"/>
            <ac:spMk id="7" creationId="{40A925B7-4C67-0A0E-9EB3-1D1C9018BFB2}"/>
          </ac:spMkLst>
        </pc:spChg>
        <pc:spChg chg="add mod">
          <ac:chgData name="Kshitij Tandon" userId="15634347-acbf-4539-84f7-139d21f51226" providerId="ADAL" clId="{0A25E2B8-B0B5-54DF-BADD-6F926CE8A598}" dt="2026-07-09T06:57:26.595" v="2628" actId="1076"/>
          <ac:spMkLst>
            <pc:docMk/>
            <pc:sldMk cId="2917721761" sldId="328"/>
            <ac:spMk id="19" creationId="{4BE3A5CA-8941-6B86-65E4-436EE4CBE2D0}"/>
          </ac:spMkLst>
        </pc:spChg>
        <pc:spChg chg="add mod">
          <ac:chgData name="Kshitij Tandon" userId="15634347-acbf-4539-84f7-139d21f51226" providerId="ADAL" clId="{0A25E2B8-B0B5-54DF-BADD-6F926CE8A598}" dt="2026-07-09T06:57:26.595" v="2628" actId="1076"/>
          <ac:spMkLst>
            <pc:docMk/>
            <pc:sldMk cId="2917721761" sldId="328"/>
            <ac:spMk id="20" creationId="{83128C1D-F931-BEA1-EB0E-CABFEDA43E4D}"/>
          </ac:spMkLst>
        </pc:spChg>
        <pc:spChg chg="add mod">
          <ac:chgData name="Kshitij Tandon" userId="15634347-acbf-4539-84f7-139d21f51226" providerId="ADAL" clId="{0A25E2B8-B0B5-54DF-BADD-6F926CE8A598}" dt="2026-07-09T06:57:26.595" v="2628" actId="1076"/>
          <ac:spMkLst>
            <pc:docMk/>
            <pc:sldMk cId="2917721761" sldId="328"/>
            <ac:spMk id="21" creationId="{B9237A59-7344-5A98-3318-60E153213A84}"/>
          </ac:spMkLst>
        </pc:spChg>
        <pc:spChg chg="add mod">
          <ac:chgData name="Kshitij Tandon" userId="15634347-acbf-4539-84f7-139d21f51226" providerId="ADAL" clId="{0A25E2B8-B0B5-54DF-BADD-6F926CE8A598}" dt="2026-07-09T06:57:33.888" v="2631" actId="1076"/>
          <ac:spMkLst>
            <pc:docMk/>
            <pc:sldMk cId="2917721761" sldId="328"/>
            <ac:spMk id="22" creationId="{0610F262-C541-D36D-3C10-1E0CE3279783}"/>
          </ac:spMkLst>
        </pc:spChg>
        <pc:spChg chg="add mod">
          <ac:chgData name="Kshitij Tandon" userId="15634347-acbf-4539-84f7-139d21f51226" providerId="ADAL" clId="{0A25E2B8-B0B5-54DF-BADD-6F926CE8A598}" dt="2026-07-10T01:32:11.608" v="3003"/>
          <ac:spMkLst>
            <pc:docMk/>
            <pc:sldMk cId="2917721761" sldId="328"/>
            <ac:spMk id="23" creationId="{2371A99E-49CA-6CB2-9598-690B706A2203}"/>
          </ac:spMkLst>
        </pc:spChg>
        <pc:picChg chg="add mod">
          <ac:chgData name="Kshitij Tandon" userId="15634347-acbf-4539-84f7-139d21f51226" providerId="ADAL" clId="{0A25E2B8-B0B5-54DF-BADD-6F926CE8A598}" dt="2026-07-09T05:39:52.980" v="1911"/>
          <ac:picMkLst>
            <pc:docMk/>
            <pc:sldMk cId="2917721761" sldId="328"/>
            <ac:picMk id="2" creationId="{9DEB0A05-E136-5E54-3A9C-8340ADAF3722}"/>
          </ac:picMkLst>
        </pc:picChg>
        <pc:picChg chg="add del mod modCrop">
          <ac:chgData name="Kshitij Tandon" userId="15634347-acbf-4539-84f7-139d21f51226" providerId="ADAL" clId="{0A25E2B8-B0B5-54DF-BADD-6F926CE8A598}" dt="2026-07-09T06:43:34.327" v="2344" actId="478"/>
          <ac:picMkLst>
            <pc:docMk/>
            <pc:sldMk cId="2917721761" sldId="328"/>
            <ac:picMk id="8" creationId="{923EB171-2063-5332-55EF-D93E35F6B89A}"/>
          </ac:picMkLst>
        </pc:picChg>
        <pc:picChg chg="add del mod">
          <ac:chgData name="Kshitij Tandon" userId="15634347-acbf-4539-84f7-139d21f51226" providerId="ADAL" clId="{0A25E2B8-B0B5-54DF-BADD-6F926CE8A598}" dt="2026-07-09T06:57:26.595" v="2628" actId="1076"/>
          <ac:picMkLst>
            <pc:docMk/>
            <pc:sldMk cId="2917721761" sldId="328"/>
            <ac:picMk id="11" creationId="{429B3BA4-C392-FE5F-9FD8-33ADB96C87AC}"/>
          </ac:picMkLst>
        </pc:picChg>
        <pc:picChg chg="add mod modCrop">
          <ac:chgData name="Kshitij Tandon" userId="15634347-acbf-4539-84f7-139d21f51226" providerId="ADAL" clId="{0A25E2B8-B0B5-54DF-BADD-6F926CE8A598}" dt="2026-07-09T06:57:26.595" v="2628" actId="1076"/>
          <ac:picMkLst>
            <pc:docMk/>
            <pc:sldMk cId="2917721761" sldId="328"/>
            <ac:picMk id="13" creationId="{A73B8069-3CDC-0FB5-6A4F-C649F3B06119}"/>
          </ac:picMkLst>
        </pc:picChg>
        <pc:picChg chg="add mod">
          <ac:chgData name="Kshitij Tandon" userId="15634347-acbf-4539-84f7-139d21f51226" providerId="ADAL" clId="{0A25E2B8-B0B5-54DF-BADD-6F926CE8A598}" dt="2026-07-09T06:57:26.595" v="2628" actId="1076"/>
          <ac:picMkLst>
            <pc:docMk/>
            <pc:sldMk cId="2917721761" sldId="328"/>
            <ac:picMk id="15" creationId="{EAB727C6-81E4-46B7-8484-A9E716A5DFB5}"/>
          </ac:picMkLst>
        </pc:picChg>
        <pc:picChg chg="add mod">
          <ac:chgData name="Kshitij Tandon" userId="15634347-acbf-4539-84f7-139d21f51226" providerId="ADAL" clId="{0A25E2B8-B0B5-54DF-BADD-6F926CE8A598}" dt="2026-07-09T06:57:28.705" v="2629" actId="1076"/>
          <ac:picMkLst>
            <pc:docMk/>
            <pc:sldMk cId="2917721761" sldId="328"/>
            <ac:picMk id="17" creationId="{C8E82B93-8D3B-DBB4-8631-42EC8F6B5248}"/>
          </ac:picMkLst>
        </pc:picChg>
        <pc:picChg chg="add mod">
          <ac:chgData name="Kshitij Tandon" userId="15634347-acbf-4539-84f7-139d21f51226" providerId="ADAL" clId="{0A25E2B8-B0B5-54DF-BADD-6F926CE8A598}" dt="2026-07-09T06:57:31.147" v="2630" actId="1076"/>
          <ac:picMkLst>
            <pc:docMk/>
            <pc:sldMk cId="2917721761" sldId="328"/>
            <ac:picMk id="18" creationId="{BD647792-D96D-66E4-1FD7-0274B541FCC4}"/>
          </ac:picMkLst>
        </pc:picChg>
        <pc:cxnChg chg="add mod">
          <ac:chgData name="Kshitij Tandon" userId="15634347-acbf-4539-84f7-139d21f51226" providerId="ADAL" clId="{0A25E2B8-B0B5-54DF-BADD-6F926CE8A598}" dt="2026-07-09T06:57:26.595" v="2628" actId="1076"/>
          <ac:cxnSpMkLst>
            <pc:docMk/>
            <pc:sldMk cId="2917721761" sldId="328"/>
            <ac:cxnSpMk id="10" creationId="{1DCB73BD-9603-825C-4A74-B3885FC3D069}"/>
          </ac:cxnSpMkLst>
        </pc:cxnChg>
        <pc:cxnChg chg="add mod">
          <ac:chgData name="Kshitij Tandon" userId="15634347-acbf-4539-84f7-139d21f51226" providerId="ADAL" clId="{0A25E2B8-B0B5-54DF-BADD-6F926CE8A598}" dt="2026-07-09T06:57:26.595" v="2628" actId="1076"/>
          <ac:cxnSpMkLst>
            <pc:docMk/>
            <pc:sldMk cId="2917721761" sldId="328"/>
            <ac:cxnSpMk id="14" creationId="{E49A6428-BCDE-B53D-F46E-5B8ECFD051AF}"/>
          </ac:cxnSpMkLst>
        </pc:cxnChg>
        <pc:cxnChg chg="add mod">
          <ac:chgData name="Kshitij Tandon" userId="15634347-acbf-4539-84f7-139d21f51226" providerId="ADAL" clId="{0A25E2B8-B0B5-54DF-BADD-6F926CE8A598}" dt="2026-07-09T06:57:26.595" v="2628" actId="1076"/>
          <ac:cxnSpMkLst>
            <pc:docMk/>
            <pc:sldMk cId="2917721761" sldId="328"/>
            <ac:cxnSpMk id="16" creationId="{4DCAB924-D2FF-2C44-8031-F7D31BA66E41}"/>
          </ac:cxnSpMkLst>
        </pc:cxnChg>
      </pc:sldChg>
      <pc:sldChg chg="addSp delSp modSp mod modNotesTx">
        <pc:chgData name="Kshitij Tandon" userId="15634347-acbf-4539-84f7-139d21f51226" providerId="ADAL" clId="{0A25E2B8-B0B5-54DF-BADD-6F926CE8A598}" dt="2026-07-10T01:32:15.866" v="3005"/>
        <pc:sldMkLst>
          <pc:docMk/>
          <pc:sldMk cId="1867014121" sldId="329"/>
        </pc:sldMkLst>
        <pc:spChg chg="add mod">
          <ac:chgData name="Kshitij Tandon" userId="15634347-acbf-4539-84f7-139d21f51226" providerId="ADAL" clId="{0A25E2B8-B0B5-54DF-BADD-6F926CE8A598}" dt="2026-07-09T06:55:11.287" v="2569" actId="1076"/>
          <ac:spMkLst>
            <pc:docMk/>
            <pc:sldMk cId="1867014121" sldId="329"/>
            <ac:spMk id="4" creationId="{3B3C8EF5-C941-E120-75F0-36DA67B52FF1}"/>
          </ac:spMkLst>
        </pc:spChg>
        <pc:spChg chg="mod">
          <ac:chgData name="Kshitij Tandon" userId="15634347-acbf-4539-84f7-139d21f51226" providerId="ADAL" clId="{0A25E2B8-B0B5-54DF-BADD-6F926CE8A598}" dt="2026-07-09T07:23:06.347" v="2946" actId="20577"/>
          <ac:spMkLst>
            <pc:docMk/>
            <pc:sldMk cId="1867014121" sldId="329"/>
            <ac:spMk id="5" creationId="{4BF34DDC-4A4B-65D6-BF7F-46E783FC681C}"/>
          </ac:spMkLst>
        </pc:spChg>
        <pc:spChg chg="del">
          <ac:chgData name="Kshitij Tandon" userId="15634347-acbf-4539-84f7-139d21f51226" providerId="ADAL" clId="{0A25E2B8-B0B5-54DF-BADD-6F926CE8A598}" dt="2026-07-10T01:32:15.691" v="3004" actId="478"/>
          <ac:spMkLst>
            <pc:docMk/>
            <pc:sldMk cId="1867014121" sldId="329"/>
            <ac:spMk id="6" creationId="{4CC8E365-509F-4B57-6BC0-425449EAAF83}"/>
          </ac:spMkLst>
        </pc:spChg>
        <pc:spChg chg="add del mod">
          <ac:chgData name="Kshitij Tandon" userId="15634347-acbf-4539-84f7-139d21f51226" providerId="ADAL" clId="{0A25E2B8-B0B5-54DF-BADD-6F926CE8A598}" dt="2026-07-09T06:57:01.881" v="2626"/>
          <ac:spMkLst>
            <pc:docMk/>
            <pc:sldMk cId="1867014121" sldId="329"/>
            <ac:spMk id="7" creationId="{50AAD6D4-9770-A310-B4D9-91CEAB2B29DA}"/>
          </ac:spMkLst>
        </pc:spChg>
        <pc:spChg chg="add del mod">
          <ac:chgData name="Kshitij Tandon" userId="15634347-acbf-4539-84f7-139d21f51226" providerId="ADAL" clId="{0A25E2B8-B0B5-54DF-BADD-6F926CE8A598}" dt="2026-07-09T06:59:25.009" v="2692"/>
          <ac:spMkLst>
            <pc:docMk/>
            <pc:sldMk cId="1867014121" sldId="329"/>
            <ac:spMk id="8" creationId="{CF1997D9-D452-CDA3-31C8-48E5F1FC6F73}"/>
          </ac:spMkLst>
        </pc:spChg>
        <pc:spChg chg="add del">
          <ac:chgData name="Kshitij Tandon" userId="15634347-acbf-4539-84f7-139d21f51226" providerId="ADAL" clId="{0A25E2B8-B0B5-54DF-BADD-6F926CE8A598}" dt="2026-07-09T07:02:16.450" v="2694" actId="478"/>
          <ac:spMkLst>
            <pc:docMk/>
            <pc:sldMk cId="1867014121" sldId="329"/>
            <ac:spMk id="10" creationId="{25E7FCD8-34F7-CDB9-50D4-BA0F63494FAD}"/>
          </ac:spMkLst>
        </pc:spChg>
        <pc:spChg chg="add mod">
          <ac:chgData name="Kshitij Tandon" userId="15634347-acbf-4539-84f7-139d21f51226" providerId="ADAL" clId="{0A25E2B8-B0B5-54DF-BADD-6F926CE8A598}" dt="2026-07-09T07:06:44.656" v="2706" actId="208"/>
          <ac:spMkLst>
            <pc:docMk/>
            <pc:sldMk cId="1867014121" sldId="329"/>
            <ac:spMk id="13" creationId="{716DED64-0EDF-8CBF-8213-A5096455A78E}"/>
          </ac:spMkLst>
        </pc:spChg>
        <pc:spChg chg="add mod">
          <ac:chgData name="Kshitij Tandon" userId="15634347-acbf-4539-84f7-139d21f51226" providerId="ADAL" clId="{0A25E2B8-B0B5-54DF-BADD-6F926CE8A598}" dt="2026-07-09T07:27:35.429" v="2977" actId="14100"/>
          <ac:spMkLst>
            <pc:docMk/>
            <pc:sldMk cId="1867014121" sldId="329"/>
            <ac:spMk id="14" creationId="{D9241AEC-122D-3A5C-0EA8-33FE4F5F0929}"/>
          </ac:spMkLst>
        </pc:spChg>
        <pc:spChg chg="add mod">
          <ac:chgData name="Kshitij Tandon" userId="15634347-acbf-4539-84f7-139d21f51226" providerId="ADAL" clId="{0A25E2B8-B0B5-54DF-BADD-6F926CE8A598}" dt="2026-07-09T07:26:54.097" v="2969" actId="255"/>
          <ac:spMkLst>
            <pc:docMk/>
            <pc:sldMk cId="1867014121" sldId="329"/>
            <ac:spMk id="15" creationId="{F76DA86F-D1BB-A7CB-288E-648919D0484A}"/>
          </ac:spMkLst>
        </pc:spChg>
        <pc:spChg chg="add mod">
          <ac:chgData name="Kshitij Tandon" userId="15634347-acbf-4539-84f7-139d21f51226" providerId="ADAL" clId="{0A25E2B8-B0B5-54DF-BADD-6F926CE8A598}" dt="2026-07-10T01:32:15.866" v="3005"/>
          <ac:spMkLst>
            <pc:docMk/>
            <pc:sldMk cId="1867014121" sldId="329"/>
            <ac:spMk id="17" creationId="{A9771386-4E08-CF6D-1227-528ECE637EE6}"/>
          </ac:spMkLst>
        </pc:spChg>
        <pc:picChg chg="add mod">
          <ac:chgData name="Kshitij Tandon" userId="15634347-acbf-4539-84f7-139d21f51226" providerId="ADAL" clId="{0A25E2B8-B0B5-54DF-BADD-6F926CE8A598}" dt="2026-07-09T05:39:54.725" v="1912"/>
          <ac:picMkLst>
            <pc:docMk/>
            <pc:sldMk cId="1867014121" sldId="329"/>
            <ac:picMk id="2" creationId="{AABFBDBE-1279-B942-E114-940447F6FE06}"/>
          </ac:picMkLst>
        </pc:picChg>
        <pc:picChg chg="add mod">
          <ac:chgData name="Kshitij Tandon" userId="15634347-acbf-4539-84f7-139d21f51226" providerId="ADAL" clId="{0A25E2B8-B0B5-54DF-BADD-6F926CE8A598}" dt="2026-07-09T06:55:11.287" v="2569" actId="1076"/>
          <ac:picMkLst>
            <pc:docMk/>
            <pc:sldMk cId="1867014121" sldId="329"/>
            <ac:picMk id="3" creationId="{3CEBDE6A-1B53-6795-36B3-C1CD03EC7EE3}"/>
          </ac:picMkLst>
        </pc:picChg>
        <pc:picChg chg="add mod">
          <ac:chgData name="Kshitij Tandon" userId="15634347-acbf-4539-84f7-139d21f51226" providerId="ADAL" clId="{0A25E2B8-B0B5-54DF-BADD-6F926CE8A598}" dt="2026-07-09T07:03:00.116" v="2698" actId="1076"/>
          <ac:picMkLst>
            <pc:docMk/>
            <pc:sldMk cId="1867014121" sldId="329"/>
            <ac:picMk id="11" creationId="{5255651E-927E-47FE-58C7-D57AB5184A03}"/>
          </ac:picMkLst>
        </pc:picChg>
        <pc:picChg chg="add mod modCrop">
          <ac:chgData name="Kshitij Tandon" userId="15634347-acbf-4539-84f7-139d21f51226" providerId="ADAL" clId="{0A25E2B8-B0B5-54DF-BADD-6F926CE8A598}" dt="2026-07-09T07:27:31.306" v="2975" actId="1076"/>
          <ac:picMkLst>
            <pc:docMk/>
            <pc:sldMk cId="1867014121" sldId="329"/>
            <ac:picMk id="12" creationId="{DA161B66-BAC2-CB83-9AC1-A05FA40FCCFE}"/>
          </ac:picMkLst>
        </pc:picChg>
        <pc:picChg chg="add mod">
          <ac:chgData name="Kshitij Tandon" userId="15634347-acbf-4539-84f7-139d21f51226" providerId="ADAL" clId="{0A25E2B8-B0B5-54DF-BADD-6F926CE8A598}" dt="2026-07-09T07:26:21.912" v="2960" actId="1076"/>
          <ac:picMkLst>
            <pc:docMk/>
            <pc:sldMk cId="1867014121" sldId="329"/>
            <ac:picMk id="16" creationId="{2E38110C-D4AF-D81C-D8B3-441C3636B5CB}"/>
          </ac:picMkLst>
        </pc:picChg>
      </pc:sldChg>
      <pc:sldChg chg="addSp modSp mod modNotesTx">
        <pc:chgData name="Kshitij Tandon" userId="15634347-acbf-4539-84f7-139d21f51226" providerId="ADAL" clId="{0A25E2B8-B0B5-54DF-BADD-6F926CE8A598}" dt="2026-07-09T07:28:20.196" v="2989"/>
        <pc:sldMkLst>
          <pc:docMk/>
          <pc:sldMk cId="978605128" sldId="330"/>
        </pc:sldMkLst>
        <pc:spChg chg="mod">
          <ac:chgData name="Kshitij Tandon" userId="15634347-acbf-4539-84f7-139d21f51226" providerId="ADAL" clId="{0A25E2B8-B0B5-54DF-BADD-6F926CE8A598}" dt="2026-07-09T07:28:11.477" v="2988" actId="27636"/>
          <ac:spMkLst>
            <pc:docMk/>
            <pc:sldMk cId="978605128" sldId="330"/>
            <ac:spMk id="5" creationId="{DF1906FF-7A9D-6E74-AB44-F3083EDB8C6B}"/>
          </ac:spMkLst>
        </pc:spChg>
        <pc:picChg chg="add mod">
          <ac:chgData name="Kshitij Tandon" userId="15634347-acbf-4539-84f7-139d21f51226" providerId="ADAL" clId="{0A25E2B8-B0B5-54DF-BADD-6F926CE8A598}" dt="2026-07-09T07:28:20.196" v="2989"/>
          <ac:picMkLst>
            <pc:docMk/>
            <pc:sldMk cId="978605128" sldId="330"/>
            <ac:picMk id="2" creationId="{3E9E06D7-2B44-2215-DF2F-CFDD8622D01F}"/>
          </ac:picMkLst>
        </pc:picChg>
      </pc:sldChg>
      <pc:sldChg chg="addSp delSp modSp mod modAnim">
        <pc:chgData name="Kshitij Tandon" userId="15634347-acbf-4539-84f7-139d21f51226" providerId="ADAL" clId="{0A25E2B8-B0B5-54DF-BADD-6F926CE8A598}" dt="2026-07-09T05:19:24.879" v="1793"/>
        <pc:sldMkLst>
          <pc:docMk/>
          <pc:sldMk cId="697430290" sldId="331"/>
        </pc:sldMkLst>
        <pc:spChg chg="add mod">
          <ac:chgData name="Kshitij Tandon" userId="15634347-acbf-4539-84f7-139d21f51226" providerId="ADAL" clId="{0A25E2B8-B0B5-54DF-BADD-6F926CE8A598}" dt="2026-07-06T04:50:10.712" v="235"/>
          <ac:spMkLst>
            <pc:docMk/>
            <pc:sldMk cId="697430290" sldId="331"/>
            <ac:spMk id="2" creationId="{2DE00552-3206-58A8-334C-B6B2CAD15499}"/>
          </ac:spMkLst>
        </pc:spChg>
        <pc:picChg chg="add mod">
          <ac:chgData name="Kshitij Tandon" userId="15634347-acbf-4539-84f7-139d21f51226" providerId="ADAL" clId="{0A25E2B8-B0B5-54DF-BADD-6F926CE8A598}" dt="2026-07-09T05:19:24.879" v="1793"/>
          <ac:picMkLst>
            <pc:docMk/>
            <pc:sldMk cId="697430290" sldId="331"/>
            <ac:picMk id="19" creationId="{971EC2D0-CAE4-95B6-C457-0A525509EA7F}"/>
          </ac:picMkLst>
        </pc:picChg>
        <pc:cxnChg chg="add mod">
          <ac:chgData name="Kshitij Tandon" userId="15634347-acbf-4539-84f7-139d21f51226" providerId="ADAL" clId="{0A25E2B8-B0B5-54DF-BADD-6F926CE8A598}" dt="2026-07-06T07:27:57.527" v="1166" actId="1076"/>
          <ac:cxnSpMkLst>
            <pc:docMk/>
            <pc:sldMk cId="697430290" sldId="331"/>
            <ac:cxnSpMk id="16" creationId="{5DEDEDD3-0102-F6FE-355B-1AE26E0F5A52}"/>
          </ac:cxnSpMkLst>
        </pc:cxnChg>
        <pc:cxnChg chg="add del mod">
          <ac:chgData name="Kshitij Tandon" userId="15634347-acbf-4539-84f7-139d21f51226" providerId="ADAL" clId="{0A25E2B8-B0B5-54DF-BADD-6F926CE8A598}" dt="2026-07-06T07:27:47.009" v="1164" actId="14100"/>
          <ac:cxnSpMkLst>
            <pc:docMk/>
            <pc:sldMk cId="697430290" sldId="331"/>
            <ac:cxnSpMk id="104" creationId="{C300FB14-6D64-9396-9B66-6933B6222CA3}"/>
          </ac:cxnSpMkLst>
        </pc:cxnChg>
        <pc:cxnChg chg="add del mod">
          <ac:chgData name="Kshitij Tandon" userId="15634347-acbf-4539-84f7-139d21f51226" providerId="ADAL" clId="{0A25E2B8-B0B5-54DF-BADD-6F926CE8A598}" dt="2026-07-06T07:27:39.387" v="1162" actId="14100"/>
          <ac:cxnSpMkLst>
            <pc:docMk/>
            <pc:sldMk cId="697430290" sldId="331"/>
            <ac:cxnSpMk id="110" creationId="{10AD4A5F-23A8-DFC3-B81E-560C5E55AEC4}"/>
          </ac:cxnSpMkLst>
        </pc:cxnChg>
        <pc:cxnChg chg="add del mod">
          <ac:chgData name="Kshitij Tandon" userId="15634347-acbf-4539-84f7-139d21f51226" providerId="ADAL" clId="{0A25E2B8-B0B5-54DF-BADD-6F926CE8A598}" dt="2026-07-06T07:27:36.909" v="1161" actId="14100"/>
          <ac:cxnSpMkLst>
            <pc:docMk/>
            <pc:sldMk cId="697430290" sldId="331"/>
            <ac:cxnSpMk id="112" creationId="{7746806C-AF4E-94B9-8A7D-16E3284F4490}"/>
          </ac:cxnSpMkLst>
        </pc:cxnChg>
        <pc:cxnChg chg="add del mod">
          <ac:chgData name="Kshitij Tandon" userId="15634347-acbf-4539-84f7-139d21f51226" providerId="ADAL" clId="{0A25E2B8-B0B5-54DF-BADD-6F926CE8A598}" dt="2026-07-06T07:27:32.537" v="1160"/>
          <ac:cxnSpMkLst>
            <pc:docMk/>
            <pc:sldMk cId="697430290" sldId="331"/>
            <ac:cxnSpMk id="113" creationId="{E67272D2-BE99-DC98-4072-D0445D0CB586}"/>
          </ac:cxnSpMkLst>
        </pc:cxnChg>
      </pc:sldChg>
      <pc:sldChg chg="addSp delSp modSp new mod modAnim">
        <pc:chgData name="Kshitij Tandon" userId="15634347-acbf-4539-84f7-139d21f51226" providerId="ADAL" clId="{0A25E2B8-B0B5-54DF-BADD-6F926CE8A598}" dt="2026-07-09T05:18:46.906" v="1783" actId="1076"/>
        <pc:sldMkLst>
          <pc:docMk/>
          <pc:sldMk cId="4176680289" sldId="332"/>
        </pc:sldMkLst>
        <pc:spChg chg="mod">
          <ac:chgData name="Kshitij Tandon" userId="15634347-acbf-4539-84f7-139d21f51226" providerId="ADAL" clId="{0A25E2B8-B0B5-54DF-BADD-6F926CE8A598}" dt="2026-07-06T05:18:14.612" v="512" actId="27636"/>
          <ac:spMkLst>
            <pc:docMk/>
            <pc:sldMk cId="4176680289" sldId="332"/>
            <ac:spMk id="4" creationId="{8A3F70E5-32DD-99A8-ABB2-49E104792566}"/>
          </ac:spMkLst>
        </pc:spChg>
        <pc:spChg chg="add mod">
          <ac:chgData name="Kshitij Tandon" userId="15634347-acbf-4539-84f7-139d21f51226" providerId="ADAL" clId="{0A25E2B8-B0B5-54DF-BADD-6F926CE8A598}" dt="2026-07-06T04:50:03.138" v="231"/>
          <ac:spMkLst>
            <pc:docMk/>
            <pc:sldMk cId="4176680289" sldId="332"/>
            <ac:spMk id="6" creationId="{1B658146-92CA-4BBD-1C7F-29273D906426}"/>
          </ac:spMkLst>
        </pc:spChg>
        <pc:spChg chg="add mod">
          <ac:chgData name="Kshitij Tandon" userId="15634347-acbf-4539-84f7-139d21f51226" providerId="ADAL" clId="{0A25E2B8-B0B5-54DF-BADD-6F926CE8A598}" dt="2026-07-06T05:15:50.347" v="458" actId="20577"/>
          <ac:spMkLst>
            <pc:docMk/>
            <pc:sldMk cId="4176680289" sldId="332"/>
            <ac:spMk id="8" creationId="{8AF2F065-F1AC-87E3-58A7-77077BA6954F}"/>
          </ac:spMkLst>
        </pc:spChg>
        <pc:picChg chg="add mod">
          <ac:chgData name="Kshitij Tandon" userId="15634347-acbf-4539-84f7-139d21f51226" providerId="ADAL" clId="{0A25E2B8-B0B5-54DF-BADD-6F926CE8A598}" dt="2026-07-06T05:17:56.469" v="460" actId="1076"/>
          <ac:picMkLst>
            <pc:docMk/>
            <pc:sldMk cId="4176680289" sldId="332"/>
            <ac:picMk id="7" creationId="{A0729DB5-4F23-65E8-B564-7DADA269BD63}"/>
          </ac:picMkLst>
        </pc:picChg>
        <pc:picChg chg="add mod">
          <ac:chgData name="Kshitij Tandon" userId="15634347-acbf-4539-84f7-139d21f51226" providerId="ADAL" clId="{0A25E2B8-B0B5-54DF-BADD-6F926CE8A598}" dt="2026-07-09T05:18:46.906" v="1783" actId="1076"/>
          <ac:picMkLst>
            <pc:docMk/>
            <pc:sldMk cId="4176680289" sldId="332"/>
            <ac:picMk id="9" creationId="{57949655-89C6-16AC-FFA4-23BC85609647}"/>
          </ac:picMkLst>
        </pc:picChg>
      </pc:sldChg>
      <pc:sldChg chg="addSp delSp modSp new mod modAnim">
        <pc:chgData name="Kshitij Tandon" userId="15634347-acbf-4539-84f7-139d21f51226" providerId="ADAL" clId="{0A25E2B8-B0B5-54DF-BADD-6F926CE8A598}" dt="2026-07-10T01:31:37.537" v="2991"/>
        <pc:sldMkLst>
          <pc:docMk/>
          <pc:sldMk cId="806024745" sldId="333"/>
        </pc:sldMkLst>
        <pc:spChg chg="add del mod">
          <ac:chgData name="Kshitij Tandon" userId="15634347-acbf-4539-84f7-139d21f51226" providerId="ADAL" clId="{0A25E2B8-B0B5-54DF-BADD-6F926CE8A598}" dt="2026-07-06T05:22:19.007" v="593" actId="20577"/>
          <ac:spMkLst>
            <pc:docMk/>
            <pc:sldMk cId="806024745" sldId="333"/>
            <ac:spMk id="4" creationId="{0F9FC005-7FFF-E513-F4AC-0DC5999E42C7}"/>
          </ac:spMkLst>
        </pc:spChg>
        <pc:spChg chg="add mod">
          <ac:chgData name="Kshitij Tandon" userId="15634347-acbf-4539-84f7-139d21f51226" providerId="ADAL" clId="{0A25E2B8-B0B5-54DF-BADD-6F926CE8A598}" dt="2026-07-09T05:18:56.478" v="1785" actId="1076"/>
          <ac:spMkLst>
            <pc:docMk/>
            <pc:sldMk cId="806024745" sldId="333"/>
            <ac:spMk id="7" creationId="{B9C9E622-F6BB-D344-7DB8-3DE5E9BFF05F}"/>
          </ac:spMkLst>
        </pc:spChg>
        <pc:spChg chg="add mod">
          <ac:chgData name="Kshitij Tandon" userId="15634347-acbf-4539-84f7-139d21f51226" providerId="ADAL" clId="{0A25E2B8-B0B5-54DF-BADD-6F926CE8A598}" dt="2026-07-06T06:57:52.370" v="655" actId="20577"/>
          <ac:spMkLst>
            <pc:docMk/>
            <pc:sldMk cId="806024745" sldId="333"/>
            <ac:spMk id="8" creationId="{766B41AA-9D69-0794-80D8-EDA2515EAE75}"/>
          </ac:spMkLst>
        </pc:spChg>
        <pc:spChg chg="add del mod">
          <ac:chgData name="Kshitij Tandon" userId="15634347-acbf-4539-84f7-139d21f51226" providerId="ADAL" clId="{0A25E2B8-B0B5-54DF-BADD-6F926CE8A598}" dt="2026-07-10T01:31:37.210" v="2990" actId="478"/>
          <ac:spMkLst>
            <pc:docMk/>
            <pc:sldMk cId="806024745" sldId="333"/>
            <ac:spMk id="9" creationId="{7A6FF214-222F-C235-1BF9-3500EAD76DC8}"/>
          </ac:spMkLst>
        </pc:spChg>
        <pc:spChg chg="add mod">
          <ac:chgData name="Kshitij Tandon" userId="15634347-acbf-4539-84f7-139d21f51226" providerId="ADAL" clId="{0A25E2B8-B0B5-54DF-BADD-6F926CE8A598}" dt="2026-07-10T01:31:37.537" v="2991"/>
          <ac:spMkLst>
            <pc:docMk/>
            <pc:sldMk cId="806024745" sldId="333"/>
            <ac:spMk id="11" creationId="{04AB4741-528B-75F5-0378-05085BCFC67A}"/>
          </ac:spMkLst>
        </pc:spChg>
        <pc:picChg chg="add mod">
          <ac:chgData name="Kshitij Tandon" userId="15634347-acbf-4539-84f7-139d21f51226" providerId="ADAL" clId="{0A25E2B8-B0B5-54DF-BADD-6F926CE8A598}" dt="2026-07-06T05:22:26.278" v="597" actId="1076"/>
          <ac:picMkLst>
            <pc:docMk/>
            <pc:sldMk cId="806024745" sldId="333"/>
            <ac:picMk id="5" creationId="{52B06D15-2B41-E14A-3D80-8AB41E88E844}"/>
          </ac:picMkLst>
        </pc:picChg>
        <pc:picChg chg="add mod">
          <ac:chgData name="Kshitij Tandon" userId="15634347-acbf-4539-84f7-139d21f51226" providerId="ADAL" clId="{0A25E2B8-B0B5-54DF-BADD-6F926CE8A598}" dt="2026-07-09T05:18:53.070" v="1784"/>
          <ac:picMkLst>
            <pc:docMk/>
            <pc:sldMk cId="806024745" sldId="333"/>
            <ac:picMk id="10" creationId="{5E25600F-C755-F7A0-3BEF-2701C193306E}"/>
          </ac:picMkLst>
        </pc:picChg>
      </pc:sldChg>
      <pc:sldChg chg="addSp delSp modSp new mod modAnim">
        <pc:chgData name="Kshitij Tandon" userId="15634347-acbf-4539-84f7-139d21f51226" providerId="ADAL" clId="{0A25E2B8-B0B5-54DF-BADD-6F926CE8A598}" dt="2026-07-10T01:31:41.131" v="2993"/>
        <pc:sldMkLst>
          <pc:docMk/>
          <pc:sldMk cId="698711365" sldId="334"/>
        </pc:sldMkLst>
        <pc:spChg chg="mod">
          <ac:chgData name="Kshitij Tandon" userId="15634347-acbf-4539-84f7-139d21f51226" providerId="ADAL" clId="{0A25E2B8-B0B5-54DF-BADD-6F926CE8A598}" dt="2026-07-06T06:58:13.592" v="690" actId="5793"/>
          <ac:spMkLst>
            <pc:docMk/>
            <pc:sldMk cId="698711365" sldId="334"/>
            <ac:spMk id="4" creationId="{D9A9E637-65DA-1621-C8A4-4A7F5227947C}"/>
          </ac:spMkLst>
        </pc:spChg>
        <pc:spChg chg="add mod">
          <ac:chgData name="Kshitij Tandon" userId="15634347-acbf-4539-84f7-139d21f51226" providerId="ADAL" clId="{0A25E2B8-B0B5-54DF-BADD-6F926CE8A598}" dt="2026-07-06T07:10:24.750" v="893" actId="1076"/>
          <ac:spMkLst>
            <pc:docMk/>
            <pc:sldMk cId="698711365" sldId="334"/>
            <ac:spMk id="10" creationId="{EA9268E4-AEAF-3A2E-3CD9-F864C66D7DB5}"/>
          </ac:spMkLst>
        </pc:spChg>
        <pc:spChg chg="add mod">
          <ac:chgData name="Kshitij Tandon" userId="15634347-acbf-4539-84f7-139d21f51226" providerId="ADAL" clId="{0A25E2B8-B0B5-54DF-BADD-6F926CE8A598}" dt="2026-07-06T07:10:17.280" v="892" actId="20577"/>
          <ac:spMkLst>
            <pc:docMk/>
            <pc:sldMk cId="698711365" sldId="334"/>
            <ac:spMk id="11" creationId="{658EE766-54D8-07BB-3A3E-A876FD2D09B1}"/>
          </ac:spMkLst>
        </pc:spChg>
        <pc:spChg chg="add mod">
          <ac:chgData name="Kshitij Tandon" userId="15634347-acbf-4539-84f7-139d21f51226" providerId="ADAL" clId="{0A25E2B8-B0B5-54DF-BADD-6F926CE8A598}" dt="2026-07-06T07:08:15.753" v="816" actId="1076"/>
          <ac:spMkLst>
            <pc:docMk/>
            <pc:sldMk cId="698711365" sldId="334"/>
            <ac:spMk id="12" creationId="{6E81BC8E-6C77-50DD-F9E2-5E30B766D13C}"/>
          </ac:spMkLst>
        </pc:spChg>
        <pc:spChg chg="add mod">
          <ac:chgData name="Kshitij Tandon" userId="15634347-acbf-4539-84f7-139d21f51226" providerId="ADAL" clId="{0A25E2B8-B0B5-54DF-BADD-6F926CE8A598}" dt="2026-07-06T07:08:59.445" v="846" actId="20577"/>
          <ac:spMkLst>
            <pc:docMk/>
            <pc:sldMk cId="698711365" sldId="334"/>
            <ac:spMk id="13" creationId="{C0D8D20E-C88F-3274-3088-B006045B282C}"/>
          </ac:spMkLst>
        </pc:spChg>
        <pc:spChg chg="add mod">
          <ac:chgData name="Kshitij Tandon" userId="15634347-acbf-4539-84f7-139d21f51226" providerId="ADAL" clId="{0A25E2B8-B0B5-54DF-BADD-6F926CE8A598}" dt="2026-07-06T07:09:35.637" v="854" actId="14100"/>
          <ac:spMkLst>
            <pc:docMk/>
            <pc:sldMk cId="698711365" sldId="334"/>
            <ac:spMk id="14" creationId="{18FDC0EC-B0A3-4F0A-0AA2-A3669E1E119C}"/>
          </ac:spMkLst>
        </pc:spChg>
        <pc:spChg chg="add mod">
          <ac:chgData name="Kshitij Tandon" userId="15634347-acbf-4539-84f7-139d21f51226" providerId="ADAL" clId="{0A25E2B8-B0B5-54DF-BADD-6F926CE8A598}" dt="2026-07-09T05:19:10.451" v="1789" actId="1076"/>
          <ac:spMkLst>
            <pc:docMk/>
            <pc:sldMk cId="698711365" sldId="334"/>
            <ac:spMk id="15" creationId="{2F227B41-D49A-6D06-9D34-EEEB0583E543}"/>
          </ac:spMkLst>
        </pc:spChg>
        <pc:spChg chg="add mod">
          <ac:chgData name="Kshitij Tandon" userId="15634347-acbf-4539-84f7-139d21f51226" providerId="ADAL" clId="{0A25E2B8-B0B5-54DF-BADD-6F926CE8A598}" dt="2026-07-09T05:19:10.451" v="1789" actId="1076"/>
          <ac:spMkLst>
            <pc:docMk/>
            <pc:sldMk cId="698711365" sldId="334"/>
            <ac:spMk id="16" creationId="{140CCD26-536D-EE5B-D90C-FF733C885E5E}"/>
          </ac:spMkLst>
        </pc:spChg>
        <pc:spChg chg="add del mod">
          <ac:chgData name="Kshitij Tandon" userId="15634347-acbf-4539-84f7-139d21f51226" providerId="ADAL" clId="{0A25E2B8-B0B5-54DF-BADD-6F926CE8A598}" dt="2026-07-10T01:31:40.871" v="2992" actId="478"/>
          <ac:spMkLst>
            <pc:docMk/>
            <pc:sldMk cId="698711365" sldId="334"/>
            <ac:spMk id="17" creationId="{806769C9-9E5C-F64F-70A9-EABA3C9D0FF3}"/>
          </ac:spMkLst>
        </pc:spChg>
        <pc:spChg chg="add mod">
          <ac:chgData name="Kshitij Tandon" userId="15634347-acbf-4539-84f7-139d21f51226" providerId="ADAL" clId="{0A25E2B8-B0B5-54DF-BADD-6F926CE8A598}" dt="2026-07-10T01:31:41.131" v="2993"/>
          <ac:spMkLst>
            <pc:docMk/>
            <pc:sldMk cId="698711365" sldId="334"/>
            <ac:spMk id="19" creationId="{E68206B1-CDCB-9921-BCAD-1C918488CE61}"/>
          </ac:spMkLst>
        </pc:spChg>
        <pc:picChg chg="add mod">
          <ac:chgData name="Kshitij Tandon" userId="15634347-acbf-4539-84f7-139d21f51226" providerId="ADAL" clId="{0A25E2B8-B0B5-54DF-BADD-6F926CE8A598}" dt="2026-07-06T07:08:09.177" v="813" actId="1076"/>
          <ac:picMkLst>
            <pc:docMk/>
            <pc:sldMk cId="698711365" sldId="334"/>
            <ac:picMk id="5" creationId="{315496B6-E512-1C53-13F8-FE34F8C5E054}"/>
          </ac:picMkLst>
        </pc:picChg>
        <pc:picChg chg="add mod">
          <ac:chgData name="Kshitij Tandon" userId="15634347-acbf-4539-84f7-139d21f51226" providerId="ADAL" clId="{0A25E2B8-B0B5-54DF-BADD-6F926CE8A598}" dt="2026-07-06T07:09:42.473" v="856" actId="1076"/>
          <ac:picMkLst>
            <pc:docMk/>
            <pc:sldMk cId="698711365" sldId="334"/>
            <ac:picMk id="6" creationId="{28958C5B-9DE3-BFB4-AF84-915CCC77B9AE}"/>
          </ac:picMkLst>
        </pc:picChg>
        <pc:picChg chg="add mod modCrop">
          <ac:chgData name="Kshitij Tandon" userId="15634347-acbf-4539-84f7-139d21f51226" providerId="ADAL" clId="{0A25E2B8-B0B5-54DF-BADD-6F926CE8A598}" dt="2026-07-09T05:19:10.451" v="1789" actId="1076"/>
          <ac:picMkLst>
            <pc:docMk/>
            <pc:sldMk cId="698711365" sldId="334"/>
            <ac:picMk id="7" creationId="{60BE9773-6132-9B17-D409-877319F66EF2}"/>
          </ac:picMkLst>
        </pc:picChg>
        <pc:picChg chg="add mod modCrop">
          <ac:chgData name="Kshitij Tandon" userId="15634347-acbf-4539-84f7-139d21f51226" providerId="ADAL" clId="{0A25E2B8-B0B5-54DF-BADD-6F926CE8A598}" dt="2026-07-09T05:19:10.451" v="1789" actId="1076"/>
          <ac:picMkLst>
            <pc:docMk/>
            <pc:sldMk cId="698711365" sldId="334"/>
            <ac:picMk id="8" creationId="{B53D636F-0A4B-758B-3831-C631B857D9C8}"/>
          </ac:picMkLst>
        </pc:picChg>
        <pc:picChg chg="add mod">
          <ac:chgData name="Kshitij Tandon" userId="15634347-acbf-4539-84f7-139d21f51226" providerId="ADAL" clId="{0A25E2B8-B0B5-54DF-BADD-6F926CE8A598}" dt="2026-07-09T05:18:58.033" v="1786"/>
          <ac:picMkLst>
            <pc:docMk/>
            <pc:sldMk cId="698711365" sldId="334"/>
            <ac:picMk id="18" creationId="{19D2A5CD-D7F6-477B-D175-CBFD2EE00539}"/>
          </ac:picMkLst>
        </pc:picChg>
      </pc:sldChg>
      <pc:sldChg chg="addSp delSp modSp new mod ord modAnim">
        <pc:chgData name="Kshitij Tandon" userId="15634347-acbf-4539-84f7-139d21f51226" providerId="ADAL" clId="{0A25E2B8-B0B5-54DF-BADD-6F926CE8A598}" dt="2026-07-10T01:31:44.724" v="2995"/>
        <pc:sldMkLst>
          <pc:docMk/>
          <pc:sldMk cId="1738899833" sldId="335"/>
        </pc:sldMkLst>
        <pc:spChg chg="mod">
          <ac:chgData name="Kshitij Tandon" userId="15634347-acbf-4539-84f7-139d21f51226" providerId="ADAL" clId="{0A25E2B8-B0B5-54DF-BADD-6F926CE8A598}" dt="2026-07-06T07:12:49.731" v="941" actId="5793"/>
          <ac:spMkLst>
            <pc:docMk/>
            <pc:sldMk cId="1738899833" sldId="335"/>
            <ac:spMk id="4" creationId="{69459BD9-E378-8B2B-96DF-514309265E53}"/>
          </ac:spMkLst>
        </pc:spChg>
        <pc:spChg chg="add mod">
          <ac:chgData name="Kshitij Tandon" userId="15634347-acbf-4539-84f7-139d21f51226" providerId="ADAL" clId="{0A25E2B8-B0B5-54DF-BADD-6F926CE8A598}" dt="2026-07-06T07:24:36.585" v="1042" actId="1076"/>
          <ac:spMkLst>
            <pc:docMk/>
            <pc:sldMk cId="1738899833" sldId="335"/>
            <ac:spMk id="11" creationId="{6318CC3A-3FD3-5D92-BB27-8C91591B65CF}"/>
          </ac:spMkLst>
        </pc:spChg>
        <pc:spChg chg="add mod">
          <ac:chgData name="Kshitij Tandon" userId="15634347-acbf-4539-84f7-139d21f51226" providerId="ADAL" clId="{0A25E2B8-B0B5-54DF-BADD-6F926CE8A598}" dt="2026-07-06T07:26:01.707" v="1145" actId="114"/>
          <ac:spMkLst>
            <pc:docMk/>
            <pc:sldMk cId="1738899833" sldId="335"/>
            <ac:spMk id="15" creationId="{6B29C22F-AD7B-C82E-7863-351BC1873DA2}"/>
          </ac:spMkLst>
        </pc:spChg>
        <pc:spChg chg="add del mod">
          <ac:chgData name="Kshitij Tandon" userId="15634347-acbf-4539-84f7-139d21f51226" providerId="ADAL" clId="{0A25E2B8-B0B5-54DF-BADD-6F926CE8A598}" dt="2026-07-10T01:31:44.442" v="2994" actId="478"/>
          <ac:spMkLst>
            <pc:docMk/>
            <pc:sldMk cId="1738899833" sldId="335"/>
            <ac:spMk id="16" creationId="{39C11F88-9138-DFD5-0315-2ED3E2C5F286}"/>
          </ac:spMkLst>
        </pc:spChg>
        <pc:spChg chg="add mod">
          <ac:chgData name="Kshitij Tandon" userId="15634347-acbf-4539-84f7-139d21f51226" providerId="ADAL" clId="{0A25E2B8-B0B5-54DF-BADD-6F926CE8A598}" dt="2026-07-10T01:31:44.724" v="2995"/>
          <ac:spMkLst>
            <pc:docMk/>
            <pc:sldMk cId="1738899833" sldId="335"/>
            <ac:spMk id="18" creationId="{CC2FC1DF-1AEC-0B01-D9D7-E1D9C89E58ED}"/>
          </ac:spMkLst>
        </pc:spChg>
        <pc:picChg chg="add mod">
          <ac:chgData name="Kshitij Tandon" userId="15634347-acbf-4539-84f7-139d21f51226" providerId="ADAL" clId="{0A25E2B8-B0B5-54DF-BADD-6F926CE8A598}" dt="2026-07-06T07:18:28.712" v="953" actId="1076"/>
          <ac:picMkLst>
            <pc:docMk/>
            <pc:sldMk cId="1738899833" sldId="335"/>
            <ac:picMk id="6" creationId="{A24104DC-E82D-589E-A8D4-22A8F685C1E7}"/>
          </ac:picMkLst>
        </pc:picChg>
        <pc:picChg chg="add mod modCrop">
          <ac:chgData name="Kshitij Tandon" userId="15634347-acbf-4539-84f7-139d21f51226" providerId="ADAL" clId="{0A25E2B8-B0B5-54DF-BADD-6F926CE8A598}" dt="2026-07-06T07:19:47.916" v="977" actId="732"/>
          <ac:picMkLst>
            <pc:docMk/>
            <pc:sldMk cId="1738899833" sldId="335"/>
            <ac:picMk id="7" creationId="{7A07BDE6-6037-D9C4-0899-C55D2A653B8D}"/>
          </ac:picMkLst>
        </pc:picChg>
        <pc:picChg chg="add mod">
          <ac:chgData name="Kshitij Tandon" userId="15634347-acbf-4539-84f7-139d21f51226" providerId="ADAL" clId="{0A25E2B8-B0B5-54DF-BADD-6F926CE8A598}" dt="2026-07-06T07:24:36.585" v="1042" actId="1076"/>
          <ac:picMkLst>
            <pc:docMk/>
            <pc:sldMk cId="1738899833" sldId="335"/>
            <ac:picMk id="8" creationId="{3B37D83A-ADE9-8BB9-F0F8-319CE48AA96B}"/>
          </ac:picMkLst>
        </pc:picChg>
        <pc:picChg chg="add mod">
          <ac:chgData name="Kshitij Tandon" userId="15634347-acbf-4539-84f7-139d21f51226" providerId="ADAL" clId="{0A25E2B8-B0B5-54DF-BADD-6F926CE8A598}" dt="2026-07-06T07:24:36.585" v="1042" actId="1076"/>
          <ac:picMkLst>
            <pc:docMk/>
            <pc:sldMk cId="1738899833" sldId="335"/>
            <ac:picMk id="9" creationId="{36B0420E-3AE3-A769-753F-DE9BACA8D300}"/>
          </ac:picMkLst>
        </pc:picChg>
        <pc:picChg chg="add mod">
          <ac:chgData name="Kshitij Tandon" userId="15634347-acbf-4539-84f7-139d21f51226" providerId="ADAL" clId="{0A25E2B8-B0B5-54DF-BADD-6F926CE8A598}" dt="2026-07-06T07:24:36.585" v="1042" actId="1076"/>
          <ac:picMkLst>
            <pc:docMk/>
            <pc:sldMk cId="1738899833" sldId="335"/>
            <ac:picMk id="10" creationId="{F5E84A74-5FCB-58BD-2FB8-FA061A9987FB}"/>
          </ac:picMkLst>
        </pc:picChg>
        <pc:picChg chg="add mod">
          <ac:chgData name="Kshitij Tandon" userId="15634347-acbf-4539-84f7-139d21f51226" providerId="ADAL" clId="{0A25E2B8-B0B5-54DF-BADD-6F926CE8A598}" dt="2026-07-09T05:19:17.921" v="1790" actId="1076"/>
          <ac:picMkLst>
            <pc:docMk/>
            <pc:sldMk cId="1738899833" sldId="335"/>
            <ac:picMk id="13" creationId="{3A3AC3E4-284C-87CC-966D-5DB67A4F4EBE}"/>
          </ac:picMkLst>
        </pc:picChg>
        <pc:picChg chg="add mod">
          <ac:chgData name="Kshitij Tandon" userId="15634347-acbf-4539-84f7-139d21f51226" providerId="ADAL" clId="{0A25E2B8-B0B5-54DF-BADD-6F926CE8A598}" dt="2026-07-09T05:19:20.029" v="1791" actId="1076"/>
          <ac:picMkLst>
            <pc:docMk/>
            <pc:sldMk cId="1738899833" sldId="335"/>
            <ac:picMk id="14" creationId="{532D8C2D-35C3-238F-83AA-07BB94875B9C}"/>
          </ac:picMkLst>
        </pc:picChg>
        <pc:picChg chg="add mod">
          <ac:chgData name="Kshitij Tandon" userId="15634347-acbf-4539-84f7-139d21f51226" providerId="ADAL" clId="{0A25E2B8-B0B5-54DF-BADD-6F926CE8A598}" dt="2026-07-09T05:19:21.412" v="1792"/>
          <ac:picMkLst>
            <pc:docMk/>
            <pc:sldMk cId="1738899833" sldId="335"/>
            <ac:picMk id="17" creationId="{EF6BB05F-2E6D-B68A-981F-8B804BF9F733}"/>
          </ac:picMkLst>
        </pc:picChg>
      </pc:sldChg>
      <pc:sldChg chg="addSp delSp modSp new mod modAnim">
        <pc:chgData name="Kshitij Tandon" userId="15634347-acbf-4539-84f7-139d21f51226" providerId="ADAL" clId="{0A25E2B8-B0B5-54DF-BADD-6F926CE8A598}" dt="2026-07-10T01:31:58.904" v="2998"/>
        <pc:sldMkLst>
          <pc:docMk/>
          <pc:sldMk cId="2955116986" sldId="336"/>
        </pc:sldMkLst>
        <pc:spChg chg="mod">
          <ac:chgData name="Kshitij Tandon" userId="15634347-acbf-4539-84f7-139d21f51226" providerId="ADAL" clId="{0A25E2B8-B0B5-54DF-BADD-6F926CE8A598}" dt="2026-07-08T06:18:27.189" v="1616" actId="5793"/>
          <ac:spMkLst>
            <pc:docMk/>
            <pc:sldMk cId="2955116986" sldId="336"/>
            <ac:spMk id="3" creationId="{C4F6A9A2-A84F-1194-490C-6547F4932370}"/>
          </ac:spMkLst>
        </pc:spChg>
        <pc:spChg chg="mod">
          <ac:chgData name="Kshitij Tandon" userId="15634347-acbf-4539-84f7-139d21f51226" providerId="ADAL" clId="{0A25E2B8-B0B5-54DF-BADD-6F926CE8A598}" dt="2026-07-09T05:25:41.411" v="1892" actId="5793"/>
          <ac:spMkLst>
            <pc:docMk/>
            <pc:sldMk cId="2955116986" sldId="336"/>
            <ac:spMk id="4" creationId="{7CAA8876-0448-F554-77F5-C5252371F1CF}"/>
          </ac:spMkLst>
        </pc:spChg>
        <pc:spChg chg="add mod">
          <ac:chgData name="Kshitij Tandon" userId="15634347-acbf-4539-84f7-139d21f51226" providerId="ADAL" clId="{0A25E2B8-B0B5-54DF-BADD-6F926CE8A598}" dt="2026-07-09T05:37:54.035" v="1903" actId="1076"/>
          <ac:spMkLst>
            <pc:docMk/>
            <pc:sldMk cId="2955116986" sldId="336"/>
            <ac:spMk id="18" creationId="{2FD0EF9B-8026-CD83-FDD1-65F000AE9343}"/>
          </ac:spMkLst>
        </pc:spChg>
        <pc:spChg chg="add mod">
          <ac:chgData name="Kshitij Tandon" userId="15634347-acbf-4539-84f7-139d21f51226" providerId="ADAL" clId="{0A25E2B8-B0B5-54DF-BADD-6F926CE8A598}" dt="2026-07-10T01:31:58.904" v="2998"/>
          <ac:spMkLst>
            <pc:docMk/>
            <pc:sldMk cId="2955116986" sldId="336"/>
            <ac:spMk id="20" creationId="{BA50ED4D-2021-F9C1-EBBB-E3C58002F40A}"/>
          </ac:spMkLst>
        </pc:spChg>
        <pc:grpChg chg="add mod">
          <ac:chgData name="Kshitij Tandon" userId="15634347-acbf-4539-84f7-139d21f51226" providerId="ADAL" clId="{0A25E2B8-B0B5-54DF-BADD-6F926CE8A598}" dt="2026-07-09T05:37:46.435" v="1901" actId="1076"/>
          <ac:grpSpMkLst>
            <pc:docMk/>
            <pc:sldMk cId="2955116986" sldId="336"/>
            <ac:grpSpMk id="8" creationId="{522961B2-9B73-F63A-7EEB-AED497EB6B50}"/>
          </ac:grpSpMkLst>
        </pc:grpChg>
        <pc:picChg chg="add mod">
          <ac:chgData name="Kshitij Tandon" userId="15634347-acbf-4539-84f7-139d21f51226" providerId="ADAL" clId="{0A25E2B8-B0B5-54DF-BADD-6F926CE8A598}" dt="2026-07-08T06:07:02.109" v="1512" actId="164"/>
          <ac:picMkLst>
            <pc:docMk/>
            <pc:sldMk cId="2955116986" sldId="336"/>
            <ac:picMk id="5" creationId="{E57B7DCF-20CE-348D-4E81-04C5D0A9A84F}"/>
          </ac:picMkLst>
        </pc:picChg>
        <pc:picChg chg="add mod">
          <ac:chgData name="Kshitij Tandon" userId="15634347-acbf-4539-84f7-139d21f51226" providerId="ADAL" clId="{0A25E2B8-B0B5-54DF-BADD-6F926CE8A598}" dt="2026-07-08T06:07:02.109" v="1512" actId="164"/>
          <ac:picMkLst>
            <pc:docMk/>
            <pc:sldMk cId="2955116986" sldId="336"/>
            <ac:picMk id="7" creationId="{479C5EE6-7464-A610-A636-32FD08D4E995}"/>
          </ac:picMkLst>
        </pc:picChg>
        <pc:picChg chg="add mod">
          <ac:chgData name="Kshitij Tandon" userId="15634347-acbf-4539-84f7-139d21f51226" providerId="ADAL" clId="{0A25E2B8-B0B5-54DF-BADD-6F926CE8A598}" dt="2026-07-09T05:37:46.435" v="1901" actId="1076"/>
          <ac:picMkLst>
            <pc:docMk/>
            <pc:sldMk cId="2955116986" sldId="336"/>
            <ac:picMk id="9" creationId="{D18983AC-6746-8BAC-C456-E2381E2A3CB5}"/>
          </ac:picMkLst>
        </pc:picChg>
        <pc:picChg chg="add mod">
          <ac:chgData name="Kshitij Tandon" userId="15634347-acbf-4539-84f7-139d21f51226" providerId="ADAL" clId="{0A25E2B8-B0B5-54DF-BADD-6F926CE8A598}" dt="2026-07-09T05:37:46.435" v="1901" actId="1076"/>
          <ac:picMkLst>
            <pc:docMk/>
            <pc:sldMk cId="2955116986" sldId="336"/>
            <ac:picMk id="10" creationId="{F043A334-5D23-5E92-729A-5501C9E5F220}"/>
          </ac:picMkLst>
        </pc:picChg>
        <pc:picChg chg="add mod">
          <ac:chgData name="Kshitij Tandon" userId="15634347-acbf-4539-84f7-139d21f51226" providerId="ADAL" clId="{0A25E2B8-B0B5-54DF-BADD-6F926CE8A598}" dt="2026-07-09T05:37:48.575" v="1902" actId="14100"/>
          <ac:picMkLst>
            <pc:docMk/>
            <pc:sldMk cId="2955116986" sldId="336"/>
            <ac:picMk id="11" creationId="{36C37483-605B-8C1D-F4E6-07BDC0C98129}"/>
          </ac:picMkLst>
        </pc:picChg>
        <pc:picChg chg="add mod">
          <ac:chgData name="Kshitij Tandon" userId="15634347-acbf-4539-84f7-139d21f51226" providerId="ADAL" clId="{0A25E2B8-B0B5-54DF-BADD-6F926CE8A598}" dt="2026-07-09T05:37:59.318" v="1904" actId="14100"/>
          <ac:picMkLst>
            <pc:docMk/>
            <pc:sldMk cId="2955116986" sldId="336"/>
            <ac:picMk id="12" creationId="{88D157FA-51EB-133E-9D00-BA81AA7DB352}"/>
          </ac:picMkLst>
        </pc:picChg>
        <pc:picChg chg="add mod">
          <ac:chgData name="Kshitij Tandon" userId="15634347-acbf-4539-84f7-139d21f51226" providerId="ADAL" clId="{0A25E2B8-B0B5-54DF-BADD-6F926CE8A598}" dt="2026-07-09T05:37:54.035" v="1903" actId="1076"/>
          <ac:picMkLst>
            <pc:docMk/>
            <pc:sldMk cId="2955116986" sldId="336"/>
            <ac:picMk id="13" creationId="{982BD4C9-2304-0F15-6B2A-6815E2D8E28D}"/>
          </ac:picMkLst>
        </pc:picChg>
        <pc:picChg chg="add mod">
          <ac:chgData name="Kshitij Tandon" userId="15634347-acbf-4539-84f7-139d21f51226" providerId="ADAL" clId="{0A25E2B8-B0B5-54DF-BADD-6F926CE8A598}" dt="2026-07-09T05:37:54.035" v="1903" actId="1076"/>
          <ac:picMkLst>
            <pc:docMk/>
            <pc:sldMk cId="2955116986" sldId="336"/>
            <ac:picMk id="14" creationId="{FCC33F45-6C89-1404-3F4A-9DA9794D8ED6}"/>
          </ac:picMkLst>
        </pc:picChg>
        <pc:picChg chg="add mod">
          <ac:chgData name="Kshitij Tandon" userId="15634347-acbf-4539-84f7-139d21f51226" providerId="ADAL" clId="{0A25E2B8-B0B5-54DF-BADD-6F926CE8A598}" dt="2026-07-09T05:37:54.035" v="1903" actId="1076"/>
          <ac:picMkLst>
            <pc:docMk/>
            <pc:sldMk cId="2955116986" sldId="336"/>
            <ac:picMk id="15" creationId="{729B947E-9863-3D26-711F-380CC864C508}"/>
          </ac:picMkLst>
        </pc:picChg>
        <pc:picChg chg="add mod">
          <ac:chgData name="Kshitij Tandon" userId="15634347-acbf-4539-84f7-139d21f51226" providerId="ADAL" clId="{0A25E2B8-B0B5-54DF-BADD-6F926CE8A598}" dt="2026-07-09T05:37:54.035" v="1903" actId="1076"/>
          <ac:picMkLst>
            <pc:docMk/>
            <pc:sldMk cId="2955116986" sldId="336"/>
            <ac:picMk id="16" creationId="{A563659B-BFEA-347B-2AB8-CFB76FE353C6}"/>
          </ac:picMkLst>
        </pc:picChg>
        <pc:picChg chg="add mod">
          <ac:chgData name="Kshitij Tandon" userId="15634347-acbf-4539-84f7-139d21f51226" providerId="ADAL" clId="{0A25E2B8-B0B5-54DF-BADD-6F926CE8A598}" dt="2026-07-09T05:37:54.035" v="1903" actId="1076"/>
          <ac:picMkLst>
            <pc:docMk/>
            <pc:sldMk cId="2955116986" sldId="336"/>
            <ac:picMk id="17" creationId="{F9A3EA69-5155-B0FD-44CA-08449342BC38}"/>
          </ac:picMkLst>
        </pc:picChg>
        <pc:picChg chg="add mod">
          <ac:chgData name="Kshitij Tandon" userId="15634347-acbf-4539-84f7-139d21f51226" providerId="ADAL" clId="{0A25E2B8-B0B5-54DF-BADD-6F926CE8A598}" dt="2026-07-09T05:29:39.365" v="1895"/>
          <ac:picMkLst>
            <pc:docMk/>
            <pc:sldMk cId="2955116986" sldId="336"/>
            <ac:picMk id="19" creationId="{1A840AA0-62DC-3355-2882-672B39BF956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776128-E95C-D045-AE9A-BAEE154ED097}" type="datetimeFigureOut">
              <a:rPr lang="en-US" smtClean="0"/>
              <a:t>7/6/26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3DE169-6255-584E-8599-02F3AF75F072}" type="slidenum">
              <a:rPr lang="en-US" smtClean="0"/>
              <a:t>‹#›</a:t>
            </a:fld>
            <a:endParaRPr lang="en-US"/>
          </a:p>
        </p:txBody>
      </p:sp>
    </p:spTree>
    <p:extLst>
      <p:ext uri="{BB962C8B-B14F-4D97-AF65-F5344CB8AC3E}">
        <p14:creationId xmlns:p14="http://schemas.microsoft.com/office/powerpoint/2010/main" val="2607564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journals.asm.org/doi/10.1128/msystems.00185-18#core-collateral-B7"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0C067AA-C6E9-418C-A333-FC9B7AAB0648}" type="slidenum">
              <a:rPr lang="en-AU" smtClean="0"/>
              <a:pPr/>
              <a:t>1</a:t>
            </a:fld>
            <a:endParaRPr lang="en-AU"/>
          </a:p>
        </p:txBody>
      </p:sp>
    </p:spTree>
    <p:extLst>
      <p:ext uri="{BB962C8B-B14F-4D97-AF65-F5344CB8AC3E}">
        <p14:creationId xmlns:p14="http://schemas.microsoft.com/office/powerpoint/2010/main" val="1468593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45DD-FA75-C128-30A9-6EBDA3D8F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3631-E38A-E14C-E9C1-AC20E8E2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E680B-80D3-C816-2439-A52C83714D26}"/>
              </a:ext>
            </a:extLst>
          </p:cNvPr>
          <p:cNvSpPr>
            <a:spLocks noGrp="1"/>
          </p:cNvSpPr>
          <p:nvPr>
            <p:ph type="body" idx="1"/>
          </p:nvPr>
        </p:nvSpPr>
        <p:spPr/>
        <p:txBody>
          <a:bodyPr/>
          <a:lstStyle/>
          <a:p>
            <a:r>
              <a:rPr lang="en-AU" sz="1200" kern="1200" dirty="0">
                <a:solidFill>
                  <a:schemeClr val="tx1"/>
                </a:solidFill>
                <a:effectLst/>
                <a:latin typeface="Segoe UI Light" panose="020B0502040204020203" pitchFamily="34" charset="0"/>
                <a:ea typeface="+mn-ea"/>
                <a:cs typeface="+mn-cs"/>
              </a:rPr>
              <a:t>Bacteria </a:t>
            </a:r>
            <a:r>
              <a:rPr lang="en-AU" sz="1200" kern="1200" dirty="0" err="1">
                <a:solidFill>
                  <a:schemeClr val="tx1"/>
                </a:solidFill>
                <a:effectLst/>
                <a:latin typeface="Segoe UI Light" panose="020B0502040204020203" pitchFamily="34" charset="0"/>
                <a:ea typeface="+mn-ea"/>
                <a:cs typeface="+mn-cs"/>
              </a:rPr>
              <a:t>outweight</a:t>
            </a:r>
            <a:r>
              <a:rPr lang="en-AU" sz="1200" kern="1200" dirty="0">
                <a:solidFill>
                  <a:schemeClr val="tx1"/>
                </a:solidFill>
                <a:effectLst/>
                <a:latin typeface="Segoe UI Light" panose="020B0502040204020203" pitchFamily="34" charset="0"/>
                <a:ea typeface="+mn-ea"/>
                <a:cs typeface="+mn-cs"/>
              </a:rPr>
              <a:t> humans by a n</a:t>
            </a:r>
          </a:p>
        </p:txBody>
      </p:sp>
      <p:sp>
        <p:nvSpPr>
          <p:cNvPr id="4" name="Slide Number Placeholder 3">
            <a:extLst>
              <a:ext uri="{FF2B5EF4-FFF2-40B4-BE49-F238E27FC236}">
                <a16:creationId xmlns:a16="http://schemas.microsoft.com/office/drawing/2014/main" id="{4B8CC1B0-A809-92D9-8F2F-2E170427FEBE}"/>
              </a:ext>
            </a:extLst>
          </p:cNvPr>
          <p:cNvSpPr>
            <a:spLocks noGrp="1"/>
          </p:cNvSpPr>
          <p:nvPr>
            <p:ph type="sldNum" sz="quarter" idx="5"/>
          </p:nvPr>
        </p:nvSpPr>
        <p:spPr/>
        <p:txBody>
          <a:bodyPr/>
          <a:lstStyle/>
          <a:p>
            <a:fld id="{00C067AA-C6E9-418C-A333-FC9B7AAB0648}" type="slidenum">
              <a:rPr lang="en-AU" smtClean="0"/>
              <a:pPr/>
              <a:t>2</a:t>
            </a:fld>
            <a:endParaRPr lang="en-AU"/>
          </a:p>
        </p:txBody>
      </p:sp>
    </p:spTree>
    <p:extLst>
      <p:ext uri="{BB962C8B-B14F-4D97-AF65-F5344CB8AC3E}">
        <p14:creationId xmlns:p14="http://schemas.microsoft.com/office/powerpoint/2010/main" val="3558758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Graphical representation of data adapted from the work by Lloyd et al. (</a:t>
            </a:r>
            <a:r>
              <a:rPr lang="en-US" sz="1200" b="0" i="0" u="sng" kern="1200" dirty="0">
                <a:solidFill>
                  <a:schemeClr val="tx1"/>
                </a:solidFill>
                <a:effectLst/>
                <a:latin typeface="+mn-lt"/>
                <a:ea typeface="+mn-ea"/>
                <a:cs typeface="+mn-cs"/>
                <a:hlinkClick r:id="rId3"/>
              </a:rPr>
              <a:t>7</a:t>
            </a:r>
            <a:r>
              <a:rPr lang="en-US" sz="1200" b="0" i="0" u="none" strike="noStrike" kern="1200" dirty="0">
                <a:solidFill>
                  <a:schemeClr val="tx1"/>
                </a:solidFill>
                <a:effectLst/>
                <a:latin typeface="+mn-lt"/>
                <a:ea typeface="+mn-ea"/>
                <a:cs typeface="+mn-cs"/>
              </a:rPr>
              <a:t>) showing the proportion of uncultured cells from Earth’s habitats, with an inset demonstrating that </a:t>
            </a:r>
            <a:r>
              <a:rPr lang="en-US" sz="1200" b="0" i="0" u="none" strike="noStrike" kern="1200" dirty="0" err="1">
                <a:solidFill>
                  <a:schemeClr val="tx1"/>
                </a:solidFill>
                <a:effectLst/>
                <a:latin typeface="+mn-lt"/>
                <a:ea typeface="+mn-ea"/>
                <a:cs typeface="+mn-cs"/>
              </a:rPr>
              <a:t>culturability</a:t>
            </a:r>
            <a:r>
              <a:rPr lang="en-US" sz="1200" b="0" i="0" u="none" strike="noStrike" kern="1200" dirty="0">
                <a:solidFill>
                  <a:schemeClr val="tx1"/>
                </a:solidFill>
                <a:effectLst/>
                <a:latin typeface="+mn-lt"/>
                <a:ea typeface="+mn-ea"/>
                <a:cs typeface="+mn-cs"/>
              </a:rPr>
              <a:t> is highest for humans and human-associated environments. Based on the conservative simplification of a single 16S rRNA gene per genome, Lloyd and colleagues estimate that 19% of Earth’s microbial cells are from cultivated lineages (pink). The remaining 81% are cells from uncultured genera or higher levels of taxa, with 25% from uncultured phyla (cream). In contrast, microbial populations from humans are overwhelmingly from cultured genera, </a:t>
            </a:r>
            <a:endParaRPr lang="en-US" dirty="0"/>
          </a:p>
        </p:txBody>
      </p:sp>
      <p:sp>
        <p:nvSpPr>
          <p:cNvPr id="4" name="Slide Number Placeholder 3"/>
          <p:cNvSpPr>
            <a:spLocks noGrp="1"/>
          </p:cNvSpPr>
          <p:nvPr>
            <p:ph type="sldNum" sz="quarter" idx="5"/>
          </p:nvPr>
        </p:nvSpPr>
        <p:spPr/>
        <p:txBody>
          <a:bodyPr/>
          <a:lstStyle/>
          <a:p>
            <a:fld id="{0B3DE169-6255-584E-8599-02F3AF75F072}" type="slidenum">
              <a:rPr lang="en-US" smtClean="0"/>
              <a:t>3</a:t>
            </a:fld>
            <a:endParaRPr lang="en-US"/>
          </a:p>
        </p:txBody>
      </p:sp>
    </p:spTree>
    <p:extLst>
      <p:ext uri="{BB962C8B-B14F-4D97-AF65-F5344CB8AC3E}">
        <p14:creationId xmlns:p14="http://schemas.microsoft.com/office/powerpoint/2010/main" val="3934401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Microbiomes are extremely diverse and very specific to the environment they are associated with.</a:t>
            </a:r>
            <a:endParaRPr lang="en-US" dirty="0"/>
          </a:p>
        </p:txBody>
      </p:sp>
      <p:sp>
        <p:nvSpPr>
          <p:cNvPr id="4" name="Slide Number Placeholder 3"/>
          <p:cNvSpPr>
            <a:spLocks noGrp="1"/>
          </p:cNvSpPr>
          <p:nvPr>
            <p:ph type="sldNum" sz="quarter" idx="5"/>
          </p:nvPr>
        </p:nvSpPr>
        <p:spPr/>
        <p:txBody>
          <a:bodyPr/>
          <a:lstStyle/>
          <a:p>
            <a:fld id="{0B3DE169-6255-584E-8599-02F3AF75F072}" type="slidenum">
              <a:rPr lang="en-US" smtClean="0"/>
              <a:t>4</a:t>
            </a:fld>
            <a:endParaRPr lang="en-US"/>
          </a:p>
        </p:txBody>
      </p:sp>
    </p:spTree>
    <p:extLst>
      <p:ext uri="{BB962C8B-B14F-4D97-AF65-F5344CB8AC3E}">
        <p14:creationId xmlns:p14="http://schemas.microsoft.com/office/powerpoint/2010/main" val="4252212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D38E9-4A6C-4714-A0C4-3211EA743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7EEE2-A380-02AE-E524-8DAA177D4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8E85A1-E65F-0646-8088-856C31319777}"/>
              </a:ext>
            </a:extLst>
          </p:cNvPr>
          <p:cNvSpPr>
            <a:spLocks noGrp="1"/>
          </p:cNvSpPr>
          <p:nvPr>
            <p:ph type="body" idx="1"/>
          </p:nvPr>
        </p:nvSpPr>
        <p:spPr/>
        <p:txBody>
          <a:bodyPr/>
          <a:lstStyle/>
          <a:p>
            <a:r>
              <a:rPr lang="en-AU" sz="1200" kern="1200" dirty="0">
                <a:solidFill>
                  <a:schemeClr val="tx1"/>
                </a:solidFill>
                <a:effectLst/>
                <a:latin typeface="Segoe UI Light" panose="020B0502040204020203" pitchFamily="34" charset="0"/>
                <a:ea typeface="+mn-ea"/>
                <a:cs typeface="+mn-cs"/>
              </a:rPr>
              <a:t>Naïve T cell + APC (MHCI) -&gt; activated T cell </a:t>
            </a:r>
          </a:p>
          <a:p>
            <a:endParaRPr lang="en-AU" sz="1200" kern="1200" dirty="0">
              <a:solidFill>
                <a:schemeClr val="tx1"/>
              </a:solidFill>
              <a:effectLst/>
              <a:latin typeface="Segoe UI Light" panose="020B0502040204020203" pitchFamily="34" charset="0"/>
              <a:ea typeface="+mn-ea"/>
              <a:cs typeface="+mn-cs"/>
            </a:endParaRPr>
          </a:p>
          <a:p>
            <a:r>
              <a:rPr lang="en-AU" sz="1200" kern="1200" dirty="0">
                <a:solidFill>
                  <a:schemeClr val="tx1"/>
                </a:solidFill>
                <a:effectLst/>
                <a:latin typeface="Segoe UI Light" panose="020B0502040204020203" pitchFamily="34" charset="0"/>
                <a:ea typeface="+mn-ea"/>
                <a:cs typeface="+mn-cs"/>
              </a:rPr>
              <a:t>Activated T cell can acquire a spectrum of states with variable phenotypes and functions.</a:t>
            </a:r>
          </a:p>
          <a:p>
            <a:endParaRPr lang="en-AU" sz="1200" kern="1200" dirty="0">
              <a:solidFill>
                <a:schemeClr val="tx1"/>
              </a:solidFill>
              <a:effectLst/>
              <a:latin typeface="Segoe UI Light" panose="020B0502040204020203" pitchFamily="34" charset="0"/>
              <a:ea typeface="+mn-ea"/>
              <a:cs typeface="+mn-cs"/>
            </a:endParaRPr>
          </a:p>
          <a:p>
            <a:r>
              <a:rPr lang="en-AU" sz="1200" kern="1200" dirty="0">
                <a:solidFill>
                  <a:schemeClr val="tx1"/>
                </a:solidFill>
                <a:effectLst/>
                <a:latin typeface="Segoe UI Light" panose="020B0502040204020203" pitchFamily="34" charset="0"/>
                <a:ea typeface="+mn-ea"/>
                <a:cs typeface="+mn-cs"/>
              </a:rPr>
              <a:t>During initial response to infection, a large pool of short-lived effector cells (KLRG1) are generated. These cytotoxic cells deal with the immediate threat and then die during the subsequent contraction phase.</a:t>
            </a:r>
          </a:p>
          <a:p>
            <a:endParaRPr lang="en-AU" sz="1200" kern="1200" dirty="0">
              <a:solidFill>
                <a:schemeClr val="tx1"/>
              </a:solidFill>
              <a:effectLst/>
              <a:latin typeface="Segoe UI Light" panose="020B0502040204020203" pitchFamily="34" charset="0"/>
              <a:ea typeface="+mn-ea"/>
              <a:cs typeface="+mn-cs"/>
            </a:endParaRPr>
          </a:p>
          <a:p>
            <a:r>
              <a:rPr lang="en-AU" sz="1200" kern="1200" dirty="0">
                <a:solidFill>
                  <a:schemeClr val="tx1"/>
                </a:solidFill>
                <a:effectLst/>
                <a:latin typeface="Segoe UI Light" panose="020B0502040204020203" pitchFamily="34" charset="0"/>
                <a:ea typeface="+mn-ea"/>
                <a:cs typeface="+mn-cs"/>
              </a:rPr>
              <a:t>Another subset of T cells are programmed for longevity and plasticity. These are the CD127+ positive memory precursor effector cells which persist following an infection and confer immunological memory. </a:t>
            </a:r>
          </a:p>
          <a:p>
            <a:endParaRPr lang="en-AU" sz="1200" kern="1200" dirty="0">
              <a:solidFill>
                <a:schemeClr val="tx1"/>
              </a:solidFill>
              <a:effectLst/>
              <a:latin typeface="Segoe UI Light" panose="020B0502040204020203" pitchFamily="34" charset="0"/>
              <a:ea typeface="+mn-ea"/>
              <a:cs typeface="+mn-cs"/>
            </a:endParaRPr>
          </a:p>
          <a:p>
            <a:endParaRPr lang="en-AU" sz="1200" kern="1200" dirty="0">
              <a:solidFill>
                <a:schemeClr val="tx1"/>
              </a:solidFill>
              <a:effectLst/>
              <a:latin typeface="Segoe UI Light" panose="020B0502040204020203" pitchFamily="34" charset="0"/>
              <a:ea typeface="+mn-ea"/>
              <a:cs typeface="+mn-cs"/>
            </a:endParaRPr>
          </a:p>
        </p:txBody>
      </p:sp>
      <p:sp>
        <p:nvSpPr>
          <p:cNvPr id="4" name="Slide Number Placeholder 3">
            <a:extLst>
              <a:ext uri="{FF2B5EF4-FFF2-40B4-BE49-F238E27FC236}">
                <a16:creationId xmlns:a16="http://schemas.microsoft.com/office/drawing/2014/main" id="{04ED4C90-670A-3FFF-3490-7C2D4E3EBC34}"/>
              </a:ext>
            </a:extLst>
          </p:cNvPr>
          <p:cNvSpPr>
            <a:spLocks noGrp="1"/>
          </p:cNvSpPr>
          <p:nvPr>
            <p:ph type="sldNum" sz="quarter" idx="5"/>
          </p:nvPr>
        </p:nvSpPr>
        <p:spPr/>
        <p:txBody>
          <a:bodyPr/>
          <a:lstStyle/>
          <a:p>
            <a:fld id="{00C067AA-C6E9-418C-A333-FC9B7AAB0648}" type="slidenum">
              <a:rPr lang="en-AU" smtClean="0"/>
              <a:pPr/>
              <a:t>7</a:t>
            </a:fld>
            <a:endParaRPr lang="en-AU"/>
          </a:p>
        </p:txBody>
      </p:sp>
    </p:spTree>
    <p:extLst>
      <p:ext uri="{BB962C8B-B14F-4D97-AF65-F5344CB8AC3E}">
        <p14:creationId xmlns:p14="http://schemas.microsoft.com/office/powerpoint/2010/main" val="3981750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45DD-FA75-C128-30A9-6EBDA3D8F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3631-E38A-E14C-E9C1-AC20E8E2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E680B-80D3-C816-2439-A52C83714D26}"/>
              </a:ext>
            </a:extLst>
          </p:cNvPr>
          <p:cNvSpPr>
            <a:spLocks noGrp="1"/>
          </p:cNvSpPr>
          <p:nvPr>
            <p:ph type="body" idx="1"/>
          </p:nvPr>
        </p:nvSpPr>
        <p:spPr/>
        <p:txBody>
          <a:bodyPr/>
          <a:lstStyle/>
          <a:p>
            <a:endParaRPr lang="en-AU" sz="1200" kern="1200" dirty="0">
              <a:solidFill>
                <a:schemeClr val="tx1"/>
              </a:solidFill>
              <a:effectLst/>
              <a:latin typeface="Segoe UI Light" panose="020B0502040204020203" pitchFamily="34" charset="0"/>
              <a:ea typeface="+mn-ea"/>
              <a:cs typeface="+mn-cs"/>
            </a:endParaRPr>
          </a:p>
        </p:txBody>
      </p:sp>
      <p:sp>
        <p:nvSpPr>
          <p:cNvPr id="4" name="Slide Number Placeholder 3">
            <a:extLst>
              <a:ext uri="{FF2B5EF4-FFF2-40B4-BE49-F238E27FC236}">
                <a16:creationId xmlns:a16="http://schemas.microsoft.com/office/drawing/2014/main" id="{4B8CC1B0-A809-92D9-8F2F-2E170427FEBE}"/>
              </a:ext>
            </a:extLst>
          </p:cNvPr>
          <p:cNvSpPr>
            <a:spLocks noGrp="1"/>
          </p:cNvSpPr>
          <p:nvPr>
            <p:ph type="sldNum" sz="quarter" idx="5"/>
          </p:nvPr>
        </p:nvSpPr>
        <p:spPr/>
        <p:txBody>
          <a:bodyPr/>
          <a:lstStyle/>
          <a:p>
            <a:fld id="{00C067AA-C6E9-418C-A333-FC9B7AAB0648}" type="slidenum">
              <a:rPr lang="en-AU" smtClean="0"/>
              <a:pPr/>
              <a:t>8</a:t>
            </a:fld>
            <a:endParaRPr lang="en-AU"/>
          </a:p>
        </p:txBody>
      </p:sp>
    </p:spTree>
    <p:extLst>
      <p:ext uri="{BB962C8B-B14F-4D97-AF65-F5344CB8AC3E}">
        <p14:creationId xmlns:p14="http://schemas.microsoft.com/office/powerpoint/2010/main" val="3558758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45DD-FA75-C128-30A9-6EBDA3D8F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3631-E38A-E14C-E9C1-AC20E8E2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E680B-80D3-C816-2439-A52C83714D26}"/>
              </a:ext>
            </a:extLst>
          </p:cNvPr>
          <p:cNvSpPr>
            <a:spLocks noGrp="1"/>
          </p:cNvSpPr>
          <p:nvPr>
            <p:ph type="body" idx="1"/>
          </p:nvPr>
        </p:nvSpPr>
        <p:spPr/>
        <p:txBody>
          <a:bodyPr/>
          <a:lstStyle/>
          <a:p>
            <a:endParaRPr lang="en-AU" sz="1200" kern="1200" dirty="0">
              <a:solidFill>
                <a:schemeClr val="tx1"/>
              </a:solidFill>
              <a:effectLst/>
              <a:latin typeface="Segoe UI Light" panose="020B0502040204020203" pitchFamily="34" charset="0"/>
              <a:ea typeface="+mn-ea"/>
              <a:cs typeface="+mn-cs"/>
            </a:endParaRPr>
          </a:p>
        </p:txBody>
      </p:sp>
      <p:sp>
        <p:nvSpPr>
          <p:cNvPr id="4" name="Slide Number Placeholder 3">
            <a:extLst>
              <a:ext uri="{FF2B5EF4-FFF2-40B4-BE49-F238E27FC236}">
                <a16:creationId xmlns:a16="http://schemas.microsoft.com/office/drawing/2014/main" id="{4B8CC1B0-A809-92D9-8F2F-2E170427FEBE}"/>
              </a:ext>
            </a:extLst>
          </p:cNvPr>
          <p:cNvSpPr>
            <a:spLocks noGrp="1"/>
          </p:cNvSpPr>
          <p:nvPr>
            <p:ph type="sldNum" sz="quarter" idx="5"/>
          </p:nvPr>
        </p:nvSpPr>
        <p:spPr/>
        <p:txBody>
          <a:bodyPr/>
          <a:lstStyle/>
          <a:p>
            <a:fld id="{00C067AA-C6E9-418C-A333-FC9B7AAB0648}" type="slidenum">
              <a:rPr lang="en-AU" smtClean="0"/>
              <a:pPr/>
              <a:t>9</a:t>
            </a:fld>
            <a:endParaRPr lang="en-AU"/>
          </a:p>
        </p:txBody>
      </p:sp>
    </p:spTree>
    <p:extLst>
      <p:ext uri="{BB962C8B-B14F-4D97-AF65-F5344CB8AC3E}">
        <p14:creationId xmlns:p14="http://schemas.microsoft.com/office/powerpoint/2010/main" val="3558758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45DD-FA75-C128-30A9-6EBDA3D8F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3631-E38A-E14C-E9C1-AC20E8E2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E680B-80D3-C816-2439-A52C83714D26}"/>
              </a:ext>
            </a:extLst>
          </p:cNvPr>
          <p:cNvSpPr>
            <a:spLocks noGrp="1"/>
          </p:cNvSpPr>
          <p:nvPr>
            <p:ph type="body" idx="1"/>
          </p:nvPr>
        </p:nvSpPr>
        <p:spPr/>
        <p:txBody>
          <a:bodyPr/>
          <a:lstStyle/>
          <a:p>
            <a:endParaRPr lang="en-AU" sz="1200" kern="1200" dirty="0">
              <a:solidFill>
                <a:schemeClr val="tx1"/>
              </a:solidFill>
              <a:effectLst/>
              <a:latin typeface="Segoe UI Light" panose="020B0502040204020203" pitchFamily="34" charset="0"/>
              <a:ea typeface="+mn-ea"/>
              <a:cs typeface="+mn-cs"/>
            </a:endParaRPr>
          </a:p>
        </p:txBody>
      </p:sp>
      <p:sp>
        <p:nvSpPr>
          <p:cNvPr id="4" name="Slide Number Placeholder 3">
            <a:extLst>
              <a:ext uri="{FF2B5EF4-FFF2-40B4-BE49-F238E27FC236}">
                <a16:creationId xmlns:a16="http://schemas.microsoft.com/office/drawing/2014/main" id="{4B8CC1B0-A809-92D9-8F2F-2E170427FEBE}"/>
              </a:ext>
            </a:extLst>
          </p:cNvPr>
          <p:cNvSpPr>
            <a:spLocks noGrp="1"/>
          </p:cNvSpPr>
          <p:nvPr>
            <p:ph type="sldNum" sz="quarter" idx="5"/>
          </p:nvPr>
        </p:nvSpPr>
        <p:spPr/>
        <p:txBody>
          <a:bodyPr/>
          <a:lstStyle/>
          <a:p>
            <a:fld id="{00C067AA-C6E9-418C-A333-FC9B7AAB0648}" type="slidenum">
              <a:rPr lang="en-AU" smtClean="0"/>
              <a:pPr/>
              <a:t>10</a:t>
            </a:fld>
            <a:endParaRPr lang="en-AU"/>
          </a:p>
        </p:txBody>
      </p:sp>
    </p:spTree>
    <p:extLst>
      <p:ext uri="{BB962C8B-B14F-4D97-AF65-F5344CB8AC3E}">
        <p14:creationId xmlns:p14="http://schemas.microsoft.com/office/powerpoint/2010/main" val="3558758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45DD-FA75-C128-30A9-6EBDA3D8F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3631-E38A-E14C-E9C1-AC20E8E2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E680B-80D3-C816-2439-A52C83714D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“Whether you reuse a curated model such as AGORA or AGREDA, or reconstruct a new one with </a:t>
            </a:r>
            <a:r>
              <a:rPr lang="en-US" dirty="0" err="1"/>
              <a:t>gapseq</a:t>
            </a:r>
            <a:r>
              <a:rPr lang="en-US" dirty="0"/>
              <a:t>, the end product is the same: a genome-scale metabolic model. But a GEM by itself is simply a network of reactions—it doesn’t tell us how metabolites flow through that network. To make biological predictions, we need a mathematical framework. That’s where Flux Balance Analysis, or FBA, comes in.”</a:t>
            </a:r>
          </a:p>
          <a:p>
            <a:endParaRPr lang="en-AU" sz="1200" kern="1200" dirty="0">
              <a:solidFill>
                <a:schemeClr val="tx1"/>
              </a:solidFill>
              <a:effectLst/>
              <a:latin typeface="Segoe UI Light" panose="020B0502040204020203" pitchFamily="34" charset="0"/>
              <a:ea typeface="+mn-ea"/>
              <a:cs typeface="+mn-cs"/>
            </a:endParaRPr>
          </a:p>
        </p:txBody>
      </p:sp>
      <p:sp>
        <p:nvSpPr>
          <p:cNvPr id="4" name="Slide Number Placeholder 3">
            <a:extLst>
              <a:ext uri="{FF2B5EF4-FFF2-40B4-BE49-F238E27FC236}">
                <a16:creationId xmlns:a16="http://schemas.microsoft.com/office/drawing/2014/main" id="{4B8CC1B0-A809-92D9-8F2F-2E170427FEBE}"/>
              </a:ext>
            </a:extLst>
          </p:cNvPr>
          <p:cNvSpPr>
            <a:spLocks noGrp="1"/>
          </p:cNvSpPr>
          <p:nvPr>
            <p:ph type="sldNum" sz="quarter" idx="5"/>
          </p:nvPr>
        </p:nvSpPr>
        <p:spPr/>
        <p:txBody>
          <a:bodyPr/>
          <a:lstStyle/>
          <a:p>
            <a:fld id="{00C067AA-C6E9-418C-A333-FC9B7AAB0648}" type="slidenum">
              <a:rPr lang="en-AU" smtClean="0"/>
              <a:pPr/>
              <a:t>12</a:t>
            </a:fld>
            <a:endParaRPr lang="en-AU"/>
          </a:p>
        </p:txBody>
      </p:sp>
    </p:spTree>
    <p:extLst>
      <p:ext uri="{BB962C8B-B14F-4D97-AF65-F5344CB8AC3E}">
        <p14:creationId xmlns:p14="http://schemas.microsoft.com/office/powerpoint/2010/main" val="3558758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45DD-FA75-C128-30A9-6EBDA3D8F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3631-E38A-E14C-E9C1-AC20E8E2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E680B-80D3-C816-2439-A52C83714D26}"/>
              </a:ext>
            </a:extLst>
          </p:cNvPr>
          <p:cNvSpPr>
            <a:spLocks noGrp="1"/>
          </p:cNvSpPr>
          <p:nvPr>
            <p:ph type="body" idx="1"/>
          </p:nvPr>
        </p:nvSpPr>
        <p:spPr/>
        <p:txBody>
          <a:bodyPr/>
          <a:lstStyle/>
          <a:p>
            <a:endParaRPr lang="en-AU" sz="1200" kern="1200" dirty="0">
              <a:solidFill>
                <a:schemeClr val="tx1"/>
              </a:solidFill>
              <a:effectLst/>
              <a:latin typeface="Segoe UI Light" panose="020B0502040204020203" pitchFamily="34" charset="0"/>
              <a:ea typeface="+mn-ea"/>
              <a:cs typeface="+mn-cs"/>
            </a:endParaRPr>
          </a:p>
        </p:txBody>
      </p:sp>
      <p:sp>
        <p:nvSpPr>
          <p:cNvPr id="4" name="Slide Number Placeholder 3">
            <a:extLst>
              <a:ext uri="{FF2B5EF4-FFF2-40B4-BE49-F238E27FC236}">
                <a16:creationId xmlns:a16="http://schemas.microsoft.com/office/drawing/2014/main" id="{4B8CC1B0-A809-92D9-8F2F-2E170427FEBE}"/>
              </a:ext>
            </a:extLst>
          </p:cNvPr>
          <p:cNvSpPr>
            <a:spLocks noGrp="1"/>
          </p:cNvSpPr>
          <p:nvPr>
            <p:ph type="sldNum" sz="quarter" idx="5"/>
          </p:nvPr>
        </p:nvSpPr>
        <p:spPr/>
        <p:txBody>
          <a:bodyPr/>
          <a:lstStyle/>
          <a:p>
            <a:fld id="{00C067AA-C6E9-418C-A333-FC9B7AAB0648}" type="slidenum">
              <a:rPr lang="en-AU" smtClean="0"/>
              <a:pPr/>
              <a:t>13</a:t>
            </a:fld>
            <a:endParaRPr lang="en-AU"/>
          </a:p>
        </p:txBody>
      </p:sp>
    </p:spTree>
    <p:extLst>
      <p:ext uri="{BB962C8B-B14F-4D97-AF65-F5344CB8AC3E}">
        <p14:creationId xmlns:p14="http://schemas.microsoft.com/office/powerpoint/2010/main" val="3558758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45DD-FA75-C128-30A9-6EBDA3D8F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3631-E38A-E14C-E9C1-AC20E8E2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E680B-80D3-C816-2439-A52C83714D26}"/>
              </a:ext>
            </a:extLst>
          </p:cNvPr>
          <p:cNvSpPr>
            <a:spLocks noGrp="1"/>
          </p:cNvSpPr>
          <p:nvPr>
            <p:ph type="body" idx="1"/>
          </p:nvPr>
        </p:nvSpPr>
        <p:spPr/>
        <p:txBody>
          <a:bodyPr/>
          <a:lstStyle/>
          <a:p>
            <a:endParaRPr lang="en-AU" sz="1200" kern="1200" dirty="0">
              <a:solidFill>
                <a:schemeClr val="tx1"/>
              </a:solidFill>
              <a:effectLst/>
              <a:latin typeface="Segoe UI Light" panose="020B0502040204020203" pitchFamily="34" charset="0"/>
              <a:ea typeface="+mn-ea"/>
              <a:cs typeface="+mn-cs"/>
            </a:endParaRPr>
          </a:p>
        </p:txBody>
      </p:sp>
      <p:sp>
        <p:nvSpPr>
          <p:cNvPr id="4" name="Slide Number Placeholder 3">
            <a:extLst>
              <a:ext uri="{FF2B5EF4-FFF2-40B4-BE49-F238E27FC236}">
                <a16:creationId xmlns:a16="http://schemas.microsoft.com/office/drawing/2014/main" id="{4B8CC1B0-A809-92D9-8F2F-2E170427FEBE}"/>
              </a:ext>
            </a:extLst>
          </p:cNvPr>
          <p:cNvSpPr>
            <a:spLocks noGrp="1"/>
          </p:cNvSpPr>
          <p:nvPr>
            <p:ph type="sldNum" sz="quarter" idx="5"/>
          </p:nvPr>
        </p:nvSpPr>
        <p:spPr/>
        <p:txBody>
          <a:bodyPr/>
          <a:lstStyle/>
          <a:p>
            <a:fld id="{00C067AA-C6E9-418C-A333-FC9B7AAB0648}" type="slidenum">
              <a:rPr lang="en-AU" smtClean="0"/>
              <a:pPr/>
              <a:t>14</a:t>
            </a:fld>
            <a:endParaRPr lang="en-AU"/>
          </a:p>
        </p:txBody>
      </p:sp>
    </p:spTree>
    <p:extLst>
      <p:ext uri="{BB962C8B-B14F-4D97-AF65-F5344CB8AC3E}">
        <p14:creationId xmlns:p14="http://schemas.microsoft.com/office/powerpoint/2010/main" val="3558758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45DD-FA75-C128-30A9-6EBDA3D8F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3631-E38A-E14C-E9C1-AC20E8E2C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E680B-80D3-C816-2439-A52C83714D26}"/>
              </a:ext>
            </a:extLst>
          </p:cNvPr>
          <p:cNvSpPr>
            <a:spLocks noGrp="1"/>
          </p:cNvSpPr>
          <p:nvPr>
            <p:ph type="body" idx="1"/>
          </p:nvPr>
        </p:nvSpPr>
        <p:spPr/>
        <p:txBody>
          <a:bodyPr/>
          <a:lstStyle/>
          <a:p>
            <a:endParaRPr lang="en-AU" sz="1200" kern="1200" dirty="0">
              <a:solidFill>
                <a:schemeClr val="tx1"/>
              </a:solidFill>
              <a:effectLst/>
              <a:latin typeface="Segoe UI Light" panose="020B0502040204020203" pitchFamily="34" charset="0"/>
              <a:ea typeface="+mn-ea"/>
              <a:cs typeface="+mn-cs"/>
            </a:endParaRPr>
          </a:p>
        </p:txBody>
      </p:sp>
      <p:sp>
        <p:nvSpPr>
          <p:cNvPr id="4" name="Slide Number Placeholder 3">
            <a:extLst>
              <a:ext uri="{FF2B5EF4-FFF2-40B4-BE49-F238E27FC236}">
                <a16:creationId xmlns:a16="http://schemas.microsoft.com/office/drawing/2014/main" id="{4B8CC1B0-A809-92D9-8F2F-2E170427FEBE}"/>
              </a:ext>
            </a:extLst>
          </p:cNvPr>
          <p:cNvSpPr>
            <a:spLocks noGrp="1"/>
          </p:cNvSpPr>
          <p:nvPr>
            <p:ph type="sldNum" sz="quarter" idx="5"/>
          </p:nvPr>
        </p:nvSpPr>
        <p:spPr/>
        <p:txBody>
          <a:bodyPr/>
          <a:lstStyle/>
          <a:p>
            <a:fld id="{00C067AA-C6E9-418C-A333-FC9B7AAB0648}" type="slidenum">
              <a:rPr lang="en-AU" smtClean="0"/>
              <a:pPr/>
              <a:t>15</a:t>
            </a:fld>
            <a:endParaRPr lang="en-AU"/>
          </a:p>
        </p:txBody>
      </p:sp>
    </p:spTree>
    <p:extLst>
      <p:ext uri="{BB962C8B-B14F-4D97-AF65-F5344CB8AC3E}">
        <p14:creationId xmlns:p14="http://schemas.microsoft.com/office/powerpoint/2010/main" val="3558758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C03C0-8EF1-79FD-98B9-E553D5BFA8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A46864-FD64-41EF-3D80-79BF081A9A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C1FC85-6AF1-E4C6-CA47-76D9444019BF}"/>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5" name="Footer Placeholder 4">
            <a:extLst>
              <a:ext uri="{FF2B5EF4-FFF2-40B4-BE49-F238E27FC236}">
                <a16:creationId xmlns:a16="http://schemas.microsoft.com/office/drawing/2014/main" id="{5C986ACA-4D85-DDD6-92BB-15579DE3E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5C410E-1A1B-04BE-0BD1-7474A586BB57}"/>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4137531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BCB0F-4DAB-6E5E-D11E-E3AF54A1AD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DB9923-5663-2938-4E80-A540E158F7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DA279-ADAA-5918-E20B-9BA7B4E8DC8E}"/>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5" name="Footer Placeholder 4">
            <a:extLst>
              <a:ext uri="{FF2B5EF4-FFF2-40B4-BE49-F238E27FC236}">
                <a16:creationId xmlns:a16="http://schemas.microsoft.com/office/drawing/2014/main" id="{A58C1F9E-C6EA-36F0-A080-4E0D476020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D947CD-E57B-7FAE-A0C9-005A603EEF40}"/>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3112790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9F535-226E-25EE-973E-1DCD254E5D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46E5CB-49CB-13FF-CF0C-6E2B0A63CB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8266F6-ACDE-269C-15F8-24DE117D9BA3}"/>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5" name="Footer Placeholder 4">
            <a:extLst>
              <a:ext uri="{FF2B5EF4-FFF2-40B4-BE49-F238E27FC236}">
                <a16:creationId xmlns:a16="http://schemas.microsoft.com/office/drawing/2014/main" id="{D25AB65B-DF01-975E-3895-B89499C2E3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270A65-A33E-8B3D-E32C-16CAEFFBCB2A}"/>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3108128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9B9FD-9834-9240-D068-AC49126955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15E7EA-56E9-0F20-ACE0-0A3F980C9A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5087CD-4C2E-5613-A847-F8C77FF7E4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4E7BC5-4005-E91D-3378-760F9C2F8725}"/>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6" name="Footer Placeholder 5">
            <a:extLst>
              <a:ext uri="{FF2B5EF4-FFF2-40B4-BE49-F238E27FC236}">
                <a16:creationId xmlns:a16="http://schemas.microsoft.com/office/drawing/2014/main" id="{11FE862F-DCD1-5D6A-7BD9-2ABCD62DF9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48E37F-8094-FB05-2613-5407F3863B2C}"/>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1978627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8C920-376E-3C2B-764E-8E2D1E832E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B7DDE8E-13F3-5E31-539B-DECA30E8FF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1D6AF9-6F9F-6053-3972-38BAF40C43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5BA11B-EC5C-6253-CED4-7E6430F121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553F1C-4587-1A88-96A7-94DA0432AB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5500B5-37C4-7D19-B9DA-E904EA6BAAA2}"/>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8" name="Footer Placeholder 7">
            <a:extLst>
              <a:ext uri="{FF2B5EF4-FFF2-40B4-BE49-F238E27FC236}">
                <a16:creationId xmlns:a16="http://schemas.microsoft.com/office/drawing/2014/main" id="{F3E2DEA5-34E1-76D2-90DA-618E311C82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DE63AB-AF03-BB57-AD0D-FF9554137419}"/>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148728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32412-AC6C-B9A1-5A97-AC22053421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DFC26F-B1DE-7345-D56E-99512B7554F8}"/>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4" name="Footer Placeholder 3">
            <a:extLst>
              <a:ext uri="{FF2B5EF4-FFF2-40B4-BE49-F238E27FC236}">
                <a16:creationId xmlns:a16="http://schemas.microsoft.com/office/drawing/2014/main" id="{8888E787-D214-4520-663F-1EC217CC02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6020F7-F4E2-3C19-867F-E7FF2487A7A0}"/>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2980897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44976A-6D57-805D-A158-E71ED7E3BA63}"/>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3" name="Footer Placeholder 2">
            <a:extLst>
              <a:ext uri="{FF2B5EF4-FFF2-40B4-BE49-F238E27FC236}">
                <a16:creationId xmlns:a16="http://schemas.microsoft.com/office/drawing/2014/main" id="{D8102B30-26AD-47DA-DDC8-E5627603AB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D557FF-4BF2-C43F-2A65-EF2EAF4B023F}"/>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2312993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594AC-DBBF-802A-B096-2785AD988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EFD7B5-FB53-1F8B-FC91-AFE6462CD7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B09F9C-8982-A320-902F-7752FBF083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958E32-291E-0154-CAB9-84C7B0A6D876}"/>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6" name="Footer Placeholder 5">
            <a:extLst>
              <a:ext uri="{FF2B5EF4-FFF2-40B4-BE49-F238E27FC236}">
                <a16:creationId xmlns:a16="http://schemas.microsoft.com/office/drawing/2014/main" id="{7D5FEEE5-661D-8A43-DF7F-19800C561C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5A04F9-E65E-B7BC-C66F-FFBB2E4CC2C0}"/>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353624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8787-B21A-F81D-AEEC-E6467A050A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FCE0E6-43FE-3A49-68A6-D384691881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60BC36-812D-B0FD-FA9C-CA10A97286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FAD9A5-9717-745B-A808-D707BA6BFA90}"/>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6" name="Footer Placeholder 5">
            <a:extLst>
              <a:ext uri="{FF2B5EF4-FFF2-40B4-BE49-F238E27FC236}">
                <a16:creationId xmlns:a16="http://schemas.microsoft.com/office/drawing/2014/main" id="{0C32DE5D-E179-D4DA-0D1A-27B21DA019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C68B43-6B6C-ACF9-DB16-8137A8BC7D9C}"/>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2894893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F617-D144-6238-E8D3-4A7BB6474E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C59AB5-D4A6-FE98-C889-E90A320249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5AF643-2868-BB46-A6EA-8FF02C277254}"/>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5" name="Footer Placeholder 4">
            <a:extLst>
              <a:ext uri="{FF2B5EF4-FFF2-40B4-BE49-F238E27FC236}">
                <a16:creationId xmlns:a16="http://schemas.microsoft.com/office/drawing/2014/main" id="{8A6030C3-6061-1E4A-DE7C-D087BBA63D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2A1D70-A7AF-A543-3CDC-C132A924AC1A}"/>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108109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3957CA-5BE8-D178-4C43-E17D658E9B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19655-699D-F6F6-FF19-6B72084ACE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C15EC-E31D-D5C7-8505-9EAE86598A10}"/>
              </a:ext>
            </a:extLst>
          </p:cNvPr>
          <p:cNvSpPr>
            <a:spLocks noGrp="1"/>
          </p:cNvSpPr>
          <p:nvPr>
            <p:ph type="dt" sz="half" idx="10"/>
          </p:nvPr>
        </p:nvSpPr>
        <p:spPr/>
        <p:txBody>
          <a:bodyPr/>
          <a:lstStyle/>
          <a:p>
            <a:fld id="{9264E89A-AB25-BB49-ACF5-DB57CC9089B0}" type="datetimeFigureOut">
              <a:rPr lang="en-US" smtClean="0"/>
              <a:t>7/6/26</a:t>
            </a:fld>
            <a:endParaRPr lang="en-US"/>
          </a:p>
        </p:txBody>
      </p:sp>
      <p:sp>
        <p:nvSpPr>
          <p:cNvPr id="5" name="Footer Placeholder 4">
            <a:extLst>
              <a:ext uri="{FF2B5EF4-FFF2-40B4-BE49-F238E27FC236}">
                <a16:creationId xmlns:a16="http://schemas.microsoft.com/office/drawing/2014/main" id="{BE644AD4-BE79-48FB-AF6A-8D038293F7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F73FFE-D0D2-95AD-38EB-2CBB27E5468A}"/>
              </a:ext>
            </a:extLst>
          </p:cNvPr>
          <p:cNvSpPr>
            <a:spLocks noGrp="1"/>
          </p:cNvSpPr>
          <p:nvPr>
            <p:ph type="sldNum" sz="quarter" idx="12"/>
          </p:nvPr>
        </p:nvSpPr>
        <p:spPr/>
        <p:txBody>
          <a:bodyPr/>
          <a:lstStyle/>
          <a:p>
            <a:fld id="{6B283AB2-FEBE-5E42-8240-F8ED07DB2998}" type="slidenum">
              <a:rPr lang="en-US" smtClean="0"/>
              <a:t>‹#›</a:t>
            </a:fld>
            <a:endParaRPr lang="en-US"/>
          </a:p>
        </p:txBody>
      </p:sp>
    </p:spTree>
    <p:extLst>
      <p:ext uri="{BB962C8B-B14F-4D97-AF65-F5344CB8AC3E}">
        <p14:creationId xmlns:p14="http://schemas.microsoft.com/office/powerpoint/2010/main" val="3433135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2 column text (w/ subtitle)">
    <p:spTree>
      <p:nvGrpSpPr>
        <p:cNvPr id="1" name=""/>
        <p:cNvGrpSpPr/>
        <p:nvPr/>
      </p:nvGrpSpPr>
      <p:grpSpPr>
        <a:xfrm>
          <a:off x="0" y="0"/>
          <a:ext cx="0" cy="0"/>
          <a:chOff x="0" y="0"/>
          <a:chExt cx="0" cy="0"/>
        </a:xfrm>
      </p:grpSpPr>
      <p:sp>
        <p:nvSpPr>
          <p:cNvPr id="3" name="Text Placeholder 1201">
            <a:extLst>
              <a:ext uri="{FF2B5EF4-FFF2-40B4-BE49-F238E27FC236}">
                <a16:creationId xmlns:a16="http://schemas.microsoft.com/office/drawing/2014/main" id="{8FB8A508-BE82-4FFA-B5B9-F08B8E76CCFE}"/>
              </a:ext>
            </a:extLst>
          </p:cNvPr>
          <p:cNvSpPr>
            <a:spLocks noGrp="1"/>
          </p:cNvSpPr>
          <p:nvPr>
            <p:ph type="body" sz="quarter" idx="11" hasCustomPrompt="1"/>
          </p:nvPr>
        </p:nvSpPr>
        <p:spPr>
          <a:xfrm>
            <a:off x="371475" y="1531897"/>
            <a:ext cx="324000" cy="50400"/>
          </a:xfrm>
          <a:prstGeom prst="roundRect">
            <a:avLst>
              <a:gd name="adj" fmla="val 50000"/>
            </a:avLst>
          </a:prstGeom>
          <a:solidFill>
            <a:schemeClr val="accent1"/>
          </a:solidFill>
          <a:ln w="3175">
            <a:solidFill>
              <a:schemeClr val="accent1"/>
            </a:solidFill>
          </a:ln>
        </p:spPr>
        <p:txBody>
          <a:bodyPr/>
          <a:lstStyle>
            <a:lvl1pPr>
              <a:defRPr sz="400">
                <a:noFill/>
              </a:defRPr>
            </a:lvl1pPr>
          </a:lstStyle>
          <a:p>
            <a:pPr lvl="0"/>
            <a:r>
              <a:rPr lang="en-US"/>
              <a:t>f</a:t>
            </a:r>
            <a:endParaRPr lang="en-AU"/>
          </a:p>
        </p:txBody>
      </p:sp>
      <p:sp>
        <p:nvSpPr>
          <p:cNvPr id="6" name="Text Placeholder 5">
            <a:extLst>
              <a:ext uri="{FF2B5EF4-FFF2-40B4-BE49-F238E27FC236}">
                <a16:creationId xmlns:a16="http://schemas.microsoft.com/office/drawing/2014/main" id="{C1ADB508-C0AC-4EDA-AAE6-077B96902422}"/>
              </a:ext>
            </a:extLst>
          </p:cNvPr>
          <p:cNvSpPr>
            <a:spLocks noGrp="1"/>
          </p:cNvSpPr>
          <p:nvPr>
            <p:ph type="body" sz="quarter" idx="12"/>
          </p:nvPr>
        </p:nvSpPr>
        <p:spPr>
          <a:xfrm>
            <a:off x="371475" y="1809750"/>
            <a:ext cx="11412538" cy="4643438"/>
          </a:xfrm>
        </p:spPr>
        <p:txBody>
          <a:bodyPr numCol="2" spcCol="36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11" name="Text Placeholder 10">
            <a:extLst>
              <a:ext uri="{FF2B5EF4-FFF2-40B4-BE49-F238E27FC236}">
                <a16:creationId xmlns:a16="http://schemas.microsoft.com/office/drawing/2014/main" id="{228680DD-4748-4FC6-963F-FBB599611577}"/>
              </a:ext>
            </a:extLst>
          </p:cNvPr>
          <p:cNvSpPr>
            <a:spLocks noGrp="1"/>
          </p:cNvSpPr>
          <p:nvPr>
            <p:ph type="body" sz="quarter" idx="13" hasCustomPrompt="1"/>
          </p:nvPr>
        </p:nvSpPr>
        <p:spPr>
          <a:xfrm>
            <a:off x="371475" y="396875"/>
            <a:ext cx="6732637" cy="868363"/>
          </a:xfrm>
        </p:spPr>
        <p:txBody>
          <a:bodyPr/>
          <a:lstStyle>
            <a:lvl1pPr>
              <a:spcBef>
                <a:spcPts val="0"/>
              </a:spcBef>
              <a:defRPr sz="3600">
                <a:solidFill>
                  <a:schemeClr val="accent1"/>
                </a:solidFill>
              </a:defRPr>
            </a:lvl1pPr>
            <a:lvl2pPr>
              <a:defRPr sz="2800"/>
            </a:lvl2pPr>
          </a:lstStyle>
          <a:p>
            <a:pPr lvl="0"/>
            <a:r>
              <a:rPr lang="en-US"/>
              <a:t>Slide title to be on 2 lines</a:t>
            </a:r>
          </a:p>
          <a:p>
            <a:pPr lvl="1"/>
            <a:r>
              <a:rPr lang="en-US"/>
              <a:t>Second level</a:t>
            </a:r>
          </a:p>
        </p:txBody>
      </p:sp>
    </p:spTree>
    <p:extLst>
      <p:ext uri="{BB962C8B-B14F-4D97-AF65-F5344CB8AC3E}">
        <p14:creationId xmlns:p14="http://schemas.microsoft.com/office/powerpoint/2010/main" val="2247798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tmplLst>
          <p:tmpl>
            <p:tnLst>
              <p:par>
                <p:cTn presetID="22" presetClass="entr" presetSubtype="8"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p:tmplLst>
          <p:tmpl>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extLst>
    <p:ext uri="{DCECCB84-F9BA-43D5-87BE-67443E8EF086}">
      <p15:sldGuideLst xmlns:p15="http://schemas.microsoft.com/office/powerpoint/2012/main">
        <p15:guide id="1" pos="3727">
          <p15:clr>
            <a:srgbClr val="FBAE40"/>
          </p15:clr>
        </p15:guide>
        <p15:guide id="2" pos="395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624C84-FE74-908E-44B6-2A8B0EC733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2AF8B1-65AC-E68B-FE8C-6D9BF137C8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51B961-164F-AD83-45C2-A134F73321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64E89A-AB25-BB49-ACF5-DB57CC9089B0}" type="datetimeFigureOut">
              <a:rPr lang="en-US" smtClean="0"/>
              <a:t>7/6/26</a:t>
            </a:fld>
            <a:endParaRPr lang="en-US"/>
          </a:p>
        </p:txBody>
      </p:sp>
      <p:sp>
        <p:nvSpPr>
          <p:cNvPr id="5" name="Footer Placeholder 4">
            <a:extLst>
              <a:ext uri="{FF2B5EF4-FFF2-40B4-BE49-F238E27FC236}">
                <a16:creationId xmlns:a16="http://schemas.microsoft.com/office/drawing/2014/main" id="{8CD397EB-6E4A-6333-0DFA-666AEBAC33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5A4946E-A109-6467-0E37-56A6790782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283AB2-FEBE-5E42-8240-F8ED07DB2998}" type="slidenum">
              <a:rPr lang="en-US" smtClean="0"/>
              <a:t>‹#›</a:t>
            </a:fld>
            <a:endParaRPr lang="en-US"/>
          </a:p>
        </p:txBody>
      </p:sp>
    </p:spTree>
    <p:extLst>
      <p:ext uri="{BB962C8B-B14F-4D97-AF65-F5344CB8AC3E}">
        <p14:creationId xmlns:p14="http://schemas.microsoft.com/office/powerpoint/2010/main" val="3492199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2.jpeg"/><Relationship Id="rId4" Type="http://schemas.openxmlformats.org/officeDocument/2006/relationships/hyperlink" Target="https://www.ebi.ac.uk/training/online/courses/investigating-antimicrobial-resistance/glossar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image" Target="../media/image2.jpe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jpe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4.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jpeg"/><Relationship Id="rId3" Type="http://schemas.openxmlformats.org/officeDocument/2006/relationships/image" Target="../media/image18.png"/><Relationship Id="rId7" Type="http://schemas.openxmlformats.org/officeDocument/2006/relationships/image" Target="../media/image13.png"/><Relationship Id="rId12"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Layout" Target="../slideLayouts/slideLayout12.xml"/><Relationship Id="rId6" Type="http://schemas.openxmlformats.org/officeDocument/2006/relationships/image" Target="../media/image14.png"/><Relationship Id="rId11" Type="http://schemas.openxmlformats.org/officeDocument/2006/relationships/image" Target="../media/image24.png"/><Relationship Id="rId5" Type="http://schemas.openxmlformats.org/officeDocument/2006/relationships/image" Target="../media/image20.png"/><Relationship Id="rId10"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jpe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47A1F8-8111-4D01-8BBC-CE9C22885A2A}"/>
              </a:ext>
            </a:extLst>
          </p:cNvPr>
          <p:cNvPicPr>
            <a:picLocks noChangeAspect="1"/>
          </p:cNvPicPr>
          <p:nvPr/>
        </p:nvPicPr>
        <p:blipFill rotWithShape="1">
          <a:blip r:embed="rId3"/>
          <a:srcRect t="10088" b="14912"/>
          <a:stretch/>
        </p:blipFill>
        <p:spPr>
          <a:xfrm>
            <a:off x="0" y="2"/>
            <a:ext cx="12192000" cy="6857998"/>
          </a:xfrm>
          <a:prstGeom prst="rect">
            <a:avLst/>
          </a:prstGeom>
        </p:spPr>
      </p:pic>
      <p:sp>
        <p:nvSpPr>
          <p:cNvPr id="3" name="Rectangle 2">
            <a:extLst>
              <a:ext uri="{FF2B5EF4-FFF2-40B4-BE49-F238E27FC236}">
                <a16:creationId xmlns:a16="http://schemas.microsoft.com/office/drawing/2014/main" id="{5AA3BE82-9652-4496-BA50-315242768896}"/>
              </a:ext>
            </a:extLst>
          </p:cNvPr>
          <p:cNvSpPr/>
          <p:nvPr/>
        </p:nvSpPr>
        <p:spPr>
          <a:xfrm>
            <a:off x="0" y="1"/>
            <a:ext cx="12191999" cy="2283935"/>
          </a:xfrm>
          <a:custGeom>
            <a:avLst/>
            <a:gdLst>
              <a:gd name="connsiteX0" fmla="*/ 0 w 9144000"/>
              <a:gd name="connsiteY0" fmla="*/ 0 h 2283935"/>
              <a:gd name="connsiteX1" fmla="*/ 9144000 w 9144000"/>
              <a:gd name="connsiteY1" fmla="*/ 0 h 2283935"/>
              <a:gd name="connsiteX2" fmla="*/ 9144000 w 9144000"/>
              <a:gd name="connsiteY2" fmla="*/ 2283935 h 2283935"/>
              <a:gd name="connsiteX3" fmla="*/ 0 w 9144000"/>
              <a:gd name="connsiteY3" fmla="*/ 2283935 h 2283935"/>
              <a:gd name="connsiteX4" fmla="*/ 0 w 9144000"/>
              <a:gd name="connsiteY4" fmla="*/ 0 h 2283935"/>
              <a:gd name="connsiteX0" fmla="*/ 0 w 9144000"/>
              <a:gd name="connsiteY0" fmla="*/ 0 h 2283935"/>
              <a:gd name="connsiteX1" fmla="*/ 9144000 w 9144000"/>
              <a:gd name="connsiteY1" fmla="*/ 0 h 2283935"/>
              <a:gd name="connsiteX2" fmla="*/ 9144000 w 9144000"/>
              <a:gd name="connsiteY2" fmla="*/ 2283935 h 2283935"/>
              <a:gd name="connsiteX3" fmla="*/ 0 w 9144000"/>
              <a:gd name="connsiteY3" fmla="*/ 0 h 2283935"/>
            </a:gdLst>
            <a:ahLst/>
            <a:cxnLst>
              <a:cxn ang="0">
                <a:pos x="connsiteX0" y="connsiteY0"/>
              </a:cxn>
              <a:cxn ang="0">
                <a:pos x="connsiteX1" y="connsiteY1"/>
              </a:cxn>
              <a:cxn ang="0">
                <a:pos x="connsiteX2" y="connsiteY2"/>
              </a:cxn>
              <a:cxn ang="0">
                <a:pos x="connsiteX3" y="connsiteY3"/>
              </a:cxn>
            </a:cxnLst>
            <a:rect l="l" t="t" r="r" b="b"/>
            <a:pathLst>
              <a:path w="9144000" h="2283935">
                <a:moveTo>
                  <a:pt x="0" y="0"/>
                </a:moveTo>
                <a:lnTo>
                  <a:pt x="9144000" y="0"/>
                </a:lnTo>
                <a:lnTo>
                  <a:pt x="9144000" y="2283935"/>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00">
              <a:noFill/>
            </a:endParaRPr>
          </a:p>
        </p:txBody>
      </p:sp>
      <p:sp>
        <p:nvSpPr>
          <p:cNvPr id="11" name="Rectangle 2">
            <a:extLst>
              <a:ext uri="{FF2B5EF4-FFF2-40B4-BE49-F238E27FC236}">
                <a16:creationId xmlns:a16="http://schemas.microsoft.com/office/drawing/2014/main" id="{2FFAF2D0-02DC-40C7-8621-BCB460DD361F}"/>
              </a:ext>
            </a:extLst>
          </p:cNvPr>
          <p:cNvSpPr/>
          <p:nvPr/>
        </p:nvSpPr>
        <p:spPr>
          <a:xfrm flipV="1">
            <a:off x="0" y="4574065"/>
            <a:ext cx="12191999" cy="2283935"/>
          </a:xfrm>
          <a:custGeom>
            <a:avLst/>
            <a:gdLst>
              <a:gd name="connsiteX0" fmla="*/ 0 w 9144000"/>
              <a:gd name="connsiteY0" fmla="*/ 0 h 2283935"/>
              <a:gd name="connsiteX1" fmla="*/ 9144000 w 9144000"/>
              <a:gd name="connsiteY1" fmla="*/ 0 h 2283935"/>
              <a:gd name="connsiteX2" fmla="*/ 9144000 w 9144000"/>
              <a:gd name="connsiteY2" fmla="*/ 2283935 h 2283935"/>
              <a:gd name="connsiteX3" fmla="*/ 0 w 9144000"/>
              <a:gd name="connsiteY3" fmla="*/ 2283935 h 2283935"/>
              <a:gd name="connsiteX4" fmla="*/ 0 w 9144000"/>
              <a:gd name="connsiteY4" fmla="*/ 0 h 2283935"/>
              <a:gd name="connsiteX0" fmla="*/ 0 w 9144000"/>
              <a:gd name="connsiteY0" fmla="*/ 0 h 2283935"/>
              <a:gd name="connsiteX1" fmla="*/ 9144000 w 9144000"/>
              <a:gd name="connsiteY1" fmla="*/ 0 h 2283935"/>
              <a:gd name="connsiteX2" fmla="*/ 9144000 w 9144000"/>
              <a:gd name="connsiteY2" fmla="*/ 2283935 h 2283935"/>
              <a:gd name="connsiteX3" fmla="*/ 0 w 9144000"/>
              <a:gd name="connsiteY3" fmla="*/ 0 h 2283935"/>
            </a:gdLst>
            <a:ahLst/>
            <a:cxnLst>
              <a:cxn ang="0">
                <a:pos x="connsiteX0" y="connsiteY0"/>
              </a:cxn>
              <a:cxn ang="0">
                <a:pos x="connsiteX1" y="connsiteY1"/>
              </a:cxn>
              <a:cxn ang="0">
                <a:pos x="connsiteX2" y="connsiteY2"/>
              </a:cxn>
              <a:cxn ang="0">
                <a:pos x="connsiteX3" y="connsiteY3"/>
              </a:cxn>
            </a:cxnLst>
            <a:rect l="l" t="t" r="r" b="b"/>
            <a:pathLst>
              <a:path w="9144000" h="2283935">
                <a:moveTo>
                  <a:pt x="0" y="0"/>
                </a:moveTo>
                <a:lnTo>
                  <a:pt x="9144000" y="0"/>
                </a:lnTo>
                <a:lnTo>
                  <a:pt x="9144000" y="2283935"/>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00">
              <a:noFill/>
            </a:endParaRPr>
          </a:p>
        </p:txBody>
      </p:sp>
      <p:sp>
        <p:nvSpPr>
          <p:cNvPr id="12" name="Freeform 11">
            <a:extLst>
              <a:ext uri="{FF2B5EF4-FFF2-40B4-BE49-F238E27FC236}">
                <a16:creationId xmlns:a16="http://schemas.microsoft.com/office/drawing/2014/main" id="{21DF5264-F8E3-AB47-87D0-078BBAA73E6D}"/>
              </a:ext>
            </a:extLst>
          </p:cNvPr>
          <p:cNvSpPr/>
          <p:nvPr/>
        </p:nvSpPr>
        <p:spPr>
          <a:xfrm>
            <a:off x="0" y="-9528"/>
            <a:ext cx="9170667" cy="6867526"/>
          </a:xfrm>
          <a:custGeom>
            <a:avLst/>
            <a:gdLst>
              <a:gd name="connsiteX0" fmla="*/ 4102003 w 9170667"/>
              <a:gd name="connsiteY0" fmla="*/ 0 h 6867526"/>
              <a:gd name="connsiteX1" fmla="*/ 9170667 w 9170667"/>
              <a:gd name="connsiteY1" fmla="*/ 3362325 h 6867526"/>
              <a:gd name="connsiteX2" fmla="*/ 3984528 w 9170667"/>
              <a:gd name="connsiteY2" fmla="*/ 6867525 h 6867526"/>
              <a:gd name="connsiteX3" fmla="*/ 2176293 w 9170667"/>
              <a:gd name="connsiteY3" fmla="*/ 6867525 h 6867526"/>
              <a:gd name="connsiteX4" fmla="*/ 2176293 w 9170667"/>
              <a:gd name="connsiteY4" fmla="*/ 6867526 h 6867526"/>
              <a:gd name="connsiteX5" fmla="*/ 1271464 w 9170667"/>
              <a:gd name="connsiteY5" fmla="*/ 6867526 h 6867526"/>
              <a:gd name="connsiteX6" fmla="*/ 1084849 w 9170667"/>
              <a:gd name="connsiteY6" fmla="*/ 6867526 h 6867526"/>
              <a:gd name="connsiteX7" fmla="*/ 0 w 9170667"/>
              <a:gd name="connsiteY7" fmla="*/ 6867526 h 6867526"/>
              <a:gd name="connsiteX8" fmla="*/ 0 w 9170667"/>
              <a:gd name="connsiteY8" fmla="*/ 9526 h 6867526"/>
              <a:gd name="connsiteX9" fmla="*/ 1084849 w 9170667"/>
              <a:gd name="connsiteY9" fmla="*/ 9526 h 6867526"/>
              <a:gd name="connsiteX10" fmla="*/ 1271464 w 9170667"/>
              <a:gd name="connsiteY10" fmla="*/ 9526 h 6867526"/>
              <a:gd name="connsiteX11" fmla="*/ 1788792 w 9170667"/>
              <a:gd name="connsiteY11" fmla="*/ 9526 h 6867526"/>
              <a:gd name="connsiteX12" fmla="*/ 1788792 w 9170667"/>
              <a:gd name="connsiteY12" fmla="*/ 9525 h 6867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70667" h="6867526">
                <a:moveTo>
                  <a:pt x="4102003" y="0"/>
                </a:moveTo>
                <a:lnTo>
                  <a:pt x="9170667" y="3362325"/>
                </a:lnTo>
                <a:lnTo>
                  <a:pt x="3984528" y="6867525"/>
                </a:lnTo>
                <a:lnTo>
                  <a:pt x="2176293" y="6867525"/>
                </a:lnTo>
                <a:lnTo>
                  <a:pt x="2176293" y="6867526"/>
                </a:lnTo>
                <a:lnTo>
                  <a:pt x="1271464" y="6867526"/>
                </a:lnTo>
                <a:lnTo>
                  <a:pt x="1084849" y="6867526"/>
                </a:lnTo>
                <a:lnTo>
                  <a:pt x="0" y="6867526"/>
                </a:lnTo>
                <a:lnTo>
                  <a:pt x="0" y="9526"/>
                </a:lnTo>
                <a:lnTo>
                  <a:pt x="1084849" y="9526"/>
                </a:lnTo>
                <a:lnTo>
                  <a:pt x="1271464" y="9526"/>
                </a:lnTo>
                <a:lnTo>
                  <a:pt x="1788792" y="9526"/>
                </a:lnTo>
                <a:lnTo>
                  <a:pt x="1788792" y="9525"/>
                </a:ln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endParaRPr lang="en-AU" sz="100" dirty="0">
              <a:noFill/>
            </a:endParaRPr>
          </a:p>
        </p:txBody>
      </p:sp>
      <p:sp>
        <p:nvSpPr>
          <p:cNvPr id="21" name="TextBox 20">
            <a:extLst>
              <a:ext uri="{FF2B5EF4-FFF2-40B4-BE49-F238E27FC236}">
                <a16:creationId xmlns:a16="http://schemas.microsoft.com/office/drawing/2014/main" id="{8B8EBD20-6FF2-4839-B046-45E7FD3C6494}"/>
              </a:ext>
            </a:extLst>
          </p:cNvPr>
          <p:cNvSpPr txBox="1"/>
          <p:nvPr/>
        </p:nvSpPr>
        <p:spPr>
          <a:xfrm>
            <a:off x="380862" y="2072439"/>
            <a:ext cx="7631024" cy="1477328"/>
          </a:xfrm>
          <a:prstGeom prst="rect">
            <a:avLst/>
          </a:prstGeom>
          <a:noFill/>
        </p:spPr>
        <p:txBody>
          <a:bodyPr wrap="square" lIns="0" tIns="0" rIns="0" bIns="0" rtlCol="0">
            <a:spAutoFit/>
          </a:bodyPr>
          <a:lstStyle/>
          <a:p>
            <a:pPr>
              <a:defRPr/>
            </a:pPr>
            <a:r>
              <a:rPr lang="en-AU" sz="3200" b="1" dirty="0">
                <a:solidFill>
                  <a:prstClr val="white"/>
                </a:solidFill>
              </a:rPr>
              <a:t>FISABIO SUMMER SCHOOL 2026</a:t>
            </a:r>
          </a:p>
          <a:p>
            <a:pPr>
              <a:defRPr/>
            </a:pPr>
            <a:r>
              <a:rPr lang="en-AU" sz="3200" b="1" dirty="0">
                <a:solidFill>
                  <a:srgbClr val="FFC000"/>
                </a:solidFill>
                <a:latin typeface="+mj-lt"/>
              </a:rPr>
              <a:t>Module 4 : Introduction to metabolic models of microbial communities</a:t>
            </a:r>
            <a:endParaRPr lang="en-AU" sz="2800" dirty="0">
              <a:solidFill>
                <a:srgbClr val="FFC000"/>
              </a:solidFill>
              <a:latin typeface="+mj-lt"/>
            </a:endParaRPr>
          </a:p>
        </p:txBody>
      </p:sp>
      <p:sp>
        <p:nvSpPr>
          <p:cNvPr id="22" name="TextBox 21">
            <a:extLst>
              <a:ext uri="{FF2B5EF4-FFF2-40B4-BE49-F238E27FC236}">
                <a16:creationId xmlns:a16="http://schemas.microsoft.com/office/drawing/2014/main" id="{D352A024-D2CB-495B-936F-7E21CA769ACC}"/>
              </a:ext>
            </a:extLst>
          </p:cNvPr>
          <p:cNvSpPr txBox="1"/>
          <p:nvPr/>
        </p:nvSpPr>
        <p:spPr>
          <a:xfrm>
            <a:off x="380862" y="4262635"/>
            <a:ext cx="4244495" cy="861774"/>
          </a:xfrm>
          <a:prstGeom prst="rect">
            <a:avLst/>
          </a:prstGeom>
          <a:noFill/>
        </p:spPr>
        <p:txBody>
          <a:bodyPr wrap="none" lIns="0" tIns="0" rIns="0" bIns="0" rtlCol="0">
            <a:spAutoFit/>
          </a:bodyPr>
          <a:lstStyle/>
          <a:p>
            <a:pPr defTabSz="457200">
              <a:defRPr/>
            </a:pPr>
            <a:r>
              <a:rPr lang="en-AU" sz="2800" b="1" dirty="0">
                <a:solidFill>
                  <a:prstClr val="white"/>
                </a:solidFill>
              </a:rPr>
              <a:t>Kshitij Tandon, PhD</a:t>
            </a:r>
          </a:p>
          <a:p>
            <a:pPr defTabSz="457200">
              <a:defRPr/>
            </a:pPr>
            <a:r>
              <a:rPr lang="en-AU" sz="2800" b="1" dirty="0">
                <a:solidFill>
                  <a:prstClr val="white"/>
                </a:solidFill>
              </a:rPr>
              <a:t>Vanessa R Marcelino, PhD</a:t>
            </a:r>
          </a:p>
        </p:txBody>
      </p:sp>
      <p:pic>
        <p:nvPicPr>
          <p:cNvPr id="14" name="Picture 13">
            <a:extLst>
              <a:ext uri="{FF2B5EF4-FFF2-40B4-BE49-F238E27FC236}">
                <a16:creationId xmlns:a16="http://schemas.microsoft.com/office/drawing/2014/main" id="{4DCC9586-7920-43F6-B546-92665C75D1E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544272" y="366981"/>
            <a:ext cx="3187817" cy="773514"/>
          </a:xfrm>
          <a:prstGeom prst="rect">
            <a:avLst/>
          </a:prstGeom>
        </p:spPr>
      </p:pic>
    </p:spTree>
    <p:extLst>
      <p:ext uri="{BB962C8B-B14F-4D97-AF65-F5344CB8AC3E}">
        <p14:creationId xmlns:p14="http://schemas.microsoft.com/office/powerpoint/2010/main" val="331076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50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par>
                          <p:cTn id="11" fill="hold">
                            <p:stCondLst>
                              <p:cond delay="1000"/>
                            </p:stCondLst>
                            <p:childTnLst>
                              <p:par>
                                <p:cTn id="12" presetID="10" presetClass="entr" presetSubtype="0" fill="hold" grpId="0" nodeType="after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childTnLst>
                          </p:cTn>
                        </p:par>
                        <p:par>
                          <p:cTn id="15" fill="hold">
                            <p:stCondLst>
                              <p:cond delay="1500"/>
                            </p:stCondLst>
                            <p:childTnLst>
                              <p:par>
                                <p:cTn id="16" presetID="10" presetClass="entr" presetSubtype="0"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7CDB-BB21-5551-AD41-068B73F8EE7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F5208298-E042-9809-0C3B-26B64D9E31E7}"/>
              </a:ext>
            </a:extLst>
          </p:cNvPr>
          <p:cNvSpPr>
            <a:spLocks noGrp="1"/>
          </p:cNvSpPr>
          <p:nvPr>
            <p:ph type="body" sz="quarter" idx="13"/>
          </p:nvPr>
        </p:nvSpPr>
        <p:spPr>
          <a:xfrm>
            <a:off x="371475" y="396876"/>
            <a:ext cx="11532658" cy="590134"/>
          </a:xfrm>
        </p:spPr>
        <p:txBody>
          <a:bodyPr>
            <a:normAutofit fontScale="92500"/>
          </a:bodyPr>
          <a:lstStyle/>
          <a:p>
            <a:pPr marL="0" indent="0">
              <a:buNone/>
            </a:pPr>
            <a:r>
              <a:rPr lang="en-US" b="1" dirty="0"/>
              <a:t>Bacteria are second largest contributors to Earth’s Biomass </a:t>
            </a:r>
          </a:p>
        </p:txBody>
      </p:sp>
      <p:pic>
        <p:nvPicPr>
          <p:cNvPr id="6" name="Picture 5" descr="r/dataisbeautiful - a diagram of different colored squares">
            <a:extLst>
              <a:ext uri="{FF2B5EF4-FFF2-40B4-BE49-F238E27FC236}">
                <a16:creationId xmlns:a16="http://schemas.microsoft.com/office/drawing/2014/main" id="{893D3BDD-1CC5-F816-82C8-298699836BDB}"/>
              </a:ext>
            </a:extLst>
          </p:cNvPr>
          <p:cNvPicPr>
            <a:picLocks noChangeAspect="1"/>
          </p:cNvPicPr>
          <p:nvPr/>
        </p:nvPicPr>
        <p:blipFill>
          <a:blip r:embed="rId3"/>
          <a:srcRect t="18898"/>
          <a:stretch>
            <a:fillRect/>
          </a:stretch>
        </p:blipFill>
        <p:spPr>
          <a:xfrm>
            <a:off x="371475" y="987009"/>
            <a:ext cx="11676180" cy="4492095"/>
          </a:xfrm>
          <a:prstGeom prst="rect">
            <a:avLst/>
          </a:prstGeom>
        </p:spPr>
      </p:pic>
      <p:sp>
        <p:nvSpPr>
          <p:cNvPr id="7" name="TextBox 6">
            <a:extLst>
              <a:ext uri="{FF2B5EF4-FFF2-40B4-BE49-F238E27FC236}">
                <a16:creationId xmlns:a16="http://schemas.microsoft.com/office/drawing/2014/main" id="{E5C32D3B-EC06-C334-1BDA-091C2200EE95}"/>
              </a:ext>
            </a:extLst>
          </p:cNvPr>
          <p:cNvSpPr txBox="1"/>
          <p:nvPr/>
        </p:nvSpPr>
        <p:spPr>
          <a:xfrm>
            <a:off x="0" y="6581001"/>
            <a:ext cx="4073912" cy="276999"/>
          </a:xfrm>
          <a:prstGeom prst="rect">
            <a:avLst/>
          </a:prstGeom>
          <a:noFill/>
        </p:spPr>
        <p:txBody>
          <a:bodyPr wrap="square" rtlCol="0">
            <a:spAutoFit/>
          </a:bodyPr>
          <a:lstStyle/>
          <a:p>
            <a:r>
              <a:rPr lang="en-US" sz="1200" dirty="0"/>
              <a:t>Adapted from Bar-On et al. 2018 </a:t>
            </a:r>
            <a:r>
              <a:rPr lang="en-US" sz="1200" i="1" dirty="0"/>
              <a:t>PNAS</a:t>
            </a:r>
            <a:endParaRPr lang="en-US" sz="1200" dirty="0"/>
          </a:p>
        </p:txBody>
      </p:sp>
      <p:sp>
        <p:nvSpPr>
          <p:cNvPr id="8" name="TextBox 7">
            <a:extLst>
              <a:ext uri="{FF2B5EF4-FFF2-40B4-BE49-F238E27FC236}">
                <a16:creationId xmlns:a16="http://schemas.microsoft.com/office/drawing/2014/main" id="{6673D51D-8D46-331E-D628-5D71A1D15C64}"/>
              </a:ext>
            </a:extLst>
          </p:cNvPr>
          <p:cNvSpPr txBox="1"/>
          <p:nvPr/>
        </p:nvSpPr>
        <p:spPr>
          <a:xfrm>
            <a:off x="9965267" y="6581001"/>
            <a:ext cx="2226733" cy="276999"/>
          </a:xfrm>
          <a:prstGeom prst="rect">
            <a:avLst/>
          </a:prstGeom>
          <a:noFill/>
        </p:spPr>
        <p:txBody>
          <a:bodyPr wrap="square" rtlCol="0">
            <a:spAutoFit/>
          </a:bodyPr>
          <a:lstStyle/>
          <a:p>
            <a:r>
              <a:rPr lang="en-US" sz="1200" dirty="0"/>
              <a:t>Units: Gt C Gigatons of Carbon</a:t>
            </a:r>
          </a:p>
        </p:txBody>
      </p:sp>
      <p:sp>
        <p:nvSpPr>
          <p:cNvPr id="9" name="Rounded Rectangle 8">
            <a:extLst>
              <a:ext uri="{FF2B5EF4-FFF2-40B4-BE49-F238E27FC236}">
                <a16:creationId xmlns:a16="http://schemas.microsoft.com/office/drawing/2014/main" id="{3C70762A-4E96-7F68-4A5C-A3470F0CBFE7}"/>
              </a:ext>
            </a:extLst>
          </p:cNvPr>
          <p:cNvSpPr/>
          <p:nvPr/>
        </p:nvSpPr>
        <p:spPr>
          <a:xfrm>
            <a:off x="6607138" y="880533"/>
            <a:ext cx="5584862" cy="4409809"/>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E62E9A6E-D083-D86D-EB6C-DC205138E493}"/>
              </a:ext>
            </a:extLst>
          </p:cNvPr>
          <p:cNvCxnSpPr>
            <a:cxnSpLocks/>
          </p:cNvCxnSpPr>
          <p:nvPr/>
        </p:nvCxnSpPr>
        <p:spPr>
          <a:xfrm flipV="1">
            <a:off x="5688106" y="4585447"/>
            <a:ext cx="847165" cy="349624"/>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05DFEFCA-DE30-F2D1-0EFB-F31F15C8B2F8}"/>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sp>
        <p:nvSpPr>
          <p:cNvPr id="2" name="TextBox 1">
            <a:extLst>
              <a:ext uri="{FF2B5EF4-FFF2-40B4-BE49-F238E27FC236}">
                <a16:creationId xmlns:a16="http://schemas.microsoft.com/office/drawing/2014/main" id="{A3357453-3AA4-97A2-5AAF-BDAF45731796}"/>
              </a:ext>
            </a:extLst>
          </p:cNvPr>
          <p:cNvSpPr txBox="1"/>
          <p:nvPr/>
        </p:nvSpPr>
        <p:spPr>
          <a:xfrm>
            <a:off x="0" y="5812971"/>
            <a:ext cx="12191999" cy="369332"/>
          </a:xfrm>
          <a:prstGeom prst="rect">
            <a:avLst/>
          </a:prstGeom>
          <a:noFill/>
        </p:spPr>
        <p:txBody>
          <a:bodyPr wrap="square" rtlCol="0">
            <a:spAutoFit/>
          </a:bodyPr>
          <a:lstStyle/>
          <a:p>
            <a:pPr algn="ctr"/>
            <a:r>
              <a:rPr lang="en-US" b="1" dirty="0">
                <a:solidFill>
                  <a:schemeClr val="accent1"/>
                </a:solidFill>
              </a:rPr>
              <a:t>Bacteria produces &gt;1100 times more biomass than Humans </a:t>
            </a:r>
          </a:p>
        </p:txBody>
      </p:sp>
      <p:sp>
        <p:nvSpPr>
          <p:cNvPr id="3" name="Rectangle 2">
            <a:extLst>
              <a:ext uri="{FF2B5EF4-FFF2-40B4-BE49-F238E27FC236}">
                <a16:creationId xmlns:a16="http://schemas.microsoft.com/office/drawing/2014/main" id="{EA1EEE0D-FCC8-70AB-F71E-698CF36F565B}"/>
              </a:ext>
            </a:extLst>
          </p:cNvPr>
          <p:cNvSpPr/>
          <p:nvPr/>
        </p:nvSpPr>
        <p:spPr>
          <a:xfrm rot="20125664">
            <a:off x="5670626" y="4529482"/>
            <a:ext cx="968314" cy="7899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2316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A3F70E5-32DD-99A8-ABB2-49E104792566}"/>
              </a:ext>
            </a:extLst>
          </p:cNvPr>
          <p:cNvSpPr>
            <a:spLocks noGrp="1"/>
          </p:cNvSpPr>
          <p:nvPr>
            <p:ph type="body" sz="quarter" idx="13"/>
          </p:nvPr>
        </p:nvSpPr>
        <p:spPr>
          <a:xfrm>
            <a:off x="371475" y="396875"/>
            <a:ext cx="10557782" cy="868363"/>
          </a:xfrm>
        </p:spPr>
        <p:txBody>
          <a:bodyPr>
            <a:normAutofit/>
          </a:bodyPr>
          <a:lstStyle/>
          <a:p>
            <a:pPr marL="0" indent="0">
              <a:buNone/>
            </a:pPr>
            <a:r>
              <a:rPr lang="en-US" b="1" dirty="0"/>
              <a:t>Cultured microbiome is limited</a:t>
            </a:r>
          </a:p>
        </p:txBody>
      </p:sp>
      <p:sp>
        <p:nvSpPr>
          <p:cNvPr id="6" name="TextBox 5">
            <a:extLst>
              <a:ext uri="{FF2B5EF4-FFF2-40B4-BE49-F238E27FC236}">
                <a16:creationId xmlns:a16="http://schemas.microsoft.com/office/drawing/2014/main" id="{1B658146-92CA-4BBD-1C7F-29273D906426}"/>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pic>
        <p:nvPicPr>
          <p:cNvPr id="7" name="Picture 6">
            <a:extLst>
              <a:ext uri="{FF2B5EF4-FFF2-40B4-BE49-F238E27FC236}">
                <a16:creationId xmlns:a16="http://schemas.microsoft.com/office/drawing/2014/main" id="{A0729DB5-4F23-65E8-B564-7DADA269BD63}"/>
              </a:ext>
            </a:extLst>
          </p:cNvPr>
          <p:cNvPicPr>
            <a:picLocks noChangeAspect="1"/>
          </p:cNvPicPr>
          <p:nvPr/>
        </p:nvPicPr>
        <p:blipFill>
          <a:blip r:embed="rId3"/>
          <a:stretch>
            <a:fillRect/>
          </a:stretch>
        </p:blipFill>
        <p:spPr>
          <a:xfrm>
            <a:off x="537922" y="1265238"/>
            <a:ext cx="10532306" cy="4631470"/>
          </a:xfrm>
          <a:prstGeom prst="rect">
            <a:avLst/>
          </a:prstGeom>
        </p:spPr>
      </p:pic>
      <p:sp>
        <p:nvSpPr>
          <p:cNvPr id="8" name="TextBox 7">
            <a:extLst>
              <a:ext uri="{FF2B5EF4-FFF2-40B4-BE49-F238E27FC236}">
                <a16:creationId xmlns:a16="http://schemas.microsoft.com/office/drawing/2014/main" id="{8AF2F065-F1AC-87E3-58A7-77077BA6954F}"/>
              </a:ext>
            </a:extLst>
          </p:cNvPr>
          <p:cNvSpPr txBox="1"/>
          <p:nvPr/>
        </p:nvSpPr>
        <p:spPr>
          <a:xfrm>
            <a:off x="0" y="6581001"/>
            <a:ext cx="4073912" cy="276999"/>
          </a:xfrm>
          <a:prstGeom prst="rect">
            <a:avLst/>
          </a:prstGeom>
          <a:noFill/>
        </p:spPr>
        <p:txBody>
          <a:bodyPr wrap="square" rtlCol="0">
            <a:spAutoFit/>
          </a:bodyPr>
          <a:lstStyle/>
          <a:p>
            <a:r>
              <a:rPr lang="en-US" sz="1200" dirty="0"/>
              <a:t>Adapted from Hug L. 2018 </a:t>
            </a:r>
            <a:r>
              <a:rPr lang="en-US" sz="1200" i="1" dirty="0" err="1"/>
              <a:t>mSystems</a:t>
            </a:r>
            <a:endParaRPr lang="en-US" sz="1200" dirty="0"/>
          </a:p>
        </p:txBody>
      </p:sp>
      <p:pic>
        <p:nvPicPr>
          <p:cNvPr id="9" name="Picture 8">
            <a:extLst>
              <a:ext uri="{FF2B5EF4-FFF2-40B4-BE49-F238E27FC236}">
                <a16:creationId xmlns:a16="http://schemas.microsoft.com/office/drawing/2014/main" id="{57949655-89C6-16AC-FFA4-23BC8560964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Tree>
    <p:extLst>
      <p:ext uri="{BB962C8B-B14F-4D97-AF65-F5344CB8AC3E}">
        <p14:creationId xmlns:p14="http://schemas.microsoft.com/office/powerpoint/2010/main" val="41766802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9FC005-7FFF-E513-F4AC-0DC5999E42C7}"/>
              </a:ext>
            </a:extLst>
          </p:cNvPr>
          <p:cNvSpPr>
            <a:spLocks noGrp="1"/>
          </p:cNvSpPr>
          <p:nvPr>
            <p:ph type="body" sz="quarter" idx="13"/>
          </p:nvPr>
        </p:nvSpPr>
        <p:spPr>
          <a:xfrm>
            <a:off x="371475" y="396875"/>
            <a:ext cx="11292987" cy="868363"/>
          </a:xfrm>
        </p:spPr>
        <p:txBody>
          <a:bodyPr>
            <a:normAutofit/>
          </a:bodyPr>
          <a:lstStyle/>
          <a:p>
            <a:pPr marL="0" indent="0">
              <a:buNone/>
            </a:pPr>
            <a:r>
              <a:rPr lang="en-US" b="1" dirty="0"/>
              <a:t>Metagenomics </a:t>
            </a:r>
          </a:p>
        </p:txBody>
      </p:sp>
      <p:pic>
        <p:nvPicPr>
          <p:cNvPr id="5" name="Picture 4">
            <a:extLst>
              <a:ext uri="{FF2B5EF4-FFF2-40B4-BE49-F238E27FC236}">
                <a16:creationId xmlns:a16="http://schemas.microsoft.com/office/drawing/2014/main" id="{52B06D15-2B41-E14A-3D80-8AB41E88E84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11922" y="959219"/>
            <a:ext cx="8443195" cy="4386503"/>
          </a:xfrm>
          <a:prstGeom prst="rect">
            <a:avLst/>
          </a:prstGeom>
        </p:spPr>
      </p:pic>
      <p:sp>
        <p:nvSpPr>
          <p:cNvPr id="7" name="TextBox 6">
            <a:extLst>
              <a:ext uri="{FF2B5EF4-FFF2-40B4-BE49-F238E27FC236}">
                <a16:creationId xmlns:a16="http://schemas.microsoft.com/office/drawing/2014/main" id="{B9C9E622-F6BB-D344-7DB8-3DE5E9BFF05F}"/>
              </a:ext>
            </a:extLst>
          </p:cNvPr>
          <p:cNvSpPr txBox="1"/>
          <p:nvPr/>
        </p:nvSpPr>
        <p:spPr>
          <a:xfrm>
            <a:off x="152400" y="5317030"/>
            <a:ext cx="11512062" cy="646331"/>
          </a:xfrm>
          <a:prstGeom prst="rect">
            <a:avLst/>
          </a:prstGeom>
          <a:noFill/>
        </p:spPr>
        <p:txBody>
          <a:bodyPr wrap="square">
            <a:spAutoFit/>
          </a:bodyPr>
          <a:lstStyle/>
          <a:p>
            <a:r>
              <a:rPr lang="en-US" sz="1800" b="1" i="0" dirty="0">
                <a:solidFill>
                  <a:srgbClr val="1A1C1A"/>
                </a:solidFill>
                <a:effectLst/>
                <a:latin typeface="IBM Plex Sans" panose="020B0503050203000203" pitchFamily="34" charset="0"/>
              </a:rPr>
              <a:t>Metagenomics</a:t>
            </a:r>
            <a:r>
              <a:rPr lang="en-US" sz="1800" b="0" i="0" u="none" strike="noStrike" dirty="0">
                <a:solidFill>
                  <a:srgbClr val="1A1C1A"/>
                </a:solidFill>
                <a:effectLst/>
                <a:latin typeface="IBM Plex Sans" panose="020B0503050203000203" pitchFamily="34" charset="0"/>
              </a:rPr>
              <a:t> is an approach commonly used to study the structure and function of </a:t>
            </a:r>
            <a:r>
              <a:rPr lang="en-US" sz="1800" b="1" i="0" u="none" strike="noStrike" dirty="0">
                <a:solidFill>
                  <a:srgbClr val="734595"/>
                </a:solidFill>
                <a:effectLst/>
                <a:latin typeface="IBM Plex Sans" panose="020B0503050203000203" pitchFamily="34" charset="0"/>
                <a:hlinkClick r:id="rId4"/>
              </a:rPr>
              <a:t>microbiomes</a:t>
            </a:r>
            <a:r>
              <a:rPr lang="en-US" sz="1800" b="0" i="0" u="none" strike="noStrike" dirty="0">
                <a:solidFill>
                  <a:srgbClr val="1A1C1A"/>
                </a:solidFill>
                <a:effectLst/>
                <a:latin typeface="IBM Plex Sans" panose="020B0503050203000203" pitchFamily="34" charset="0"/>
              </a:rPr>
              <a:t>, which are the communities of microorganisms present in specific environments without the need of culturing. </a:t>
            </a:r>
            <a:endParaRPr lang="en-US" dirty="0"/>
          </a:p>
        </p:txBody>
      </p:sp>
      <p:sp>
        <p:nvSpPr>
          <p:cNvPr id="8" name="TextBox 7">
            <a:extLst>
              <a:ext uri="{FF2B5EF4-FFF2-40B4-BE49-F238E27FC236}">
                <a16:creationId xmlns:a16="http://schemas.microsoft.com/office/drawing/2014/main" id="{766B41AA-9D69-0794-80D8-EDA2515EAE75}"/>
              </a:ext>
            </a:extLst>
          </p:cNvPr>
          <p:cNvSpPr txBox="1"/>
          <p:nvPr/>
        </p:nvSpPr>
        <p:spPr>
          <a:xfrm>
            <a:off x="0" y="6581001"/>
            <a:ext cx="9167446" cy="276999"/>
          </a:xfrm>
          <a:prstGeom prst="rect">
            <a:avLst/>
          </a:prstGeom>
          <a:noFill/>
        </p:spPr>
        <p:txBody>
          <a:bodyPr wrap="square" rtlCol="0">
            <a:spAutoFit/>
          </a:bodyPr>
          <a:lstStyle/>
          <a:p>
            <a:r>
              <a:rPr lang="en-US" sz="1200" dirty="0"/>
              <a:t>Adapted from </a:t>
            </a:r>
            <a:r>
              <a:rPr lang="en-US" sz="1200" dirty="0" err="1"/>
              <a:t>www.ebi.ac.uk</a:t>
            </a:r>
            <a:r>
              <a:rPr lang="en-US" sz="1200" dirty="0"/>
              <a:t>/training/what-is-metagenomics/</a:t>
            </a:r>
          </a:p>
        </p:txBody>
      </p:sp>
      <p:pic>
        <p:nvPicPr>
          <p:cNvPr id="10" name="Picture 9">
            <a:extLst>
              <a:ext uri="{FF2B5EF4-FFF2-40B4-BE49-F238E27FC236}">
                <a16:creationId xmlns:a16="http://schemas.microsoft.com/office/drawing/2014/main" id="{5E25600F-C755-F7A0-3BEF-2701C193306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
        <p:nvSpPr>
          <p:cNvPr id="11" name="TextBox 10">
            <a:extLst>
              <a:ext uri="{FF2B5EF4-FFF2-40B4-BE49-F238E27FC236}">
                <a16:creationId xmlns:a16="http://schemas.microsoft.com/office/drawing/2014/main" id="{04AB4741-528B-75F5-0378-05085BCFC67A}"/>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spTree>
    <p:extLst>
      <p:ext uri="{BB962C8B-B14F-4D97-AF65-F5344CB8AC3E}">
        <p14:creationId xmlns:p14="http://schemas.microsoft.com/office/powerpoint/2010/main" val="8060247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9A9E637-65DA-1621-C8A4-4A7F5227947C}"/>
              </a:ext>
            </a:extLst>
          </p:cNvPr>
          <p:cNvSpPr>
            <a:spLocks noGrp="1"/>
          </p:cNvSpPr>
          <p:nvPr>
            <p:ph type="body" sz="quarter" idx="13"/>
          </p:nvPr>
        </p:nvSpPr>
        <p:spPr>
          <a:xfrm>
            <a:off x="371475" y="396875"/>
            <a:ext cx="8268433" cy="868363"/>
          </a:xfrm>
        </p:spPr>
        <p:txBody>
          <a:bodyPr>
            <a:normAutofit/>
          </a:bodyPr>
          <a:lstStyle/>
          <a:p>
            <a:pPr marL="0" indent="0">
              <a:buNone/>
            </a:pPr>
            <a:r>
              <a:rPr lang="en-US" b="1" dirty="0"/>
              <a:t>Metagenome assembled genomes</a:t>
            </a:r>
          </a:p>
        </p:txBody>
      </p:sp>
      <p:pic>
        <p:nvPicPr>
          <p:cNvPr id="5" name="Picture 4">
            <a:extLst>
              <a:ext uri="{FF2B5EF4-FFF2-40B4-BE49-F238E27FC236}">
                <a16:creationId xmlns:a16="http://schemas.microsoft.com/office/drawing/2014/main" id="{315496B6-E512-1C53-13F8-FE34F8C5E054}"/>
              </a:ext>
            </a:extLst>
          </p:cNvPr>
          <p:cNvPicPr>
            <a:picLocks noChangeAspect="1"/>
          </p:cNvPicPr>
          <p:nvPr/>
        </p:nvPicPr>
        <p:blipFill>
          <a:blip r:embed="rId2"/>
          <a:stretch>
            <a:fillRect/>
          </a:stretch>
        </p:blipFill>
        <p:spPr>
          <a:xfrm>
            <a:off x="94796" y="1120298"/>
            <a:ext cx="2857500" cy="1676400"/>
          </a:xfrm>
          <a:prstGeom prst="rect">
            <a:avLst/>
          </a:prstGeom>
        </p:spPr>
      </p:pic>
      <p:pic>
        <p:nvPicPr>
          <p:cNvPr id="6" name="Picture 5">
            <a:extLst>
              <a:ext uri="{FF2B5EF4-FFF2-40B4-BE49-F238E27FC236}">
                <a16:creationId xmlns:a16="http://schemas.microsoft.com/office/drawing/2014/main" id="{28958C5B-9DE3-BFB4-AF84-915CCC77B9AE}"/>
              </a:ext>
            </a:extLst>
          </p:cNvPr>
          <p:cNvPicPr>
            <a:picLocks noChangeAspect="1"/>
          </p:cNvPicPr>
          <p:nvPr/>
        </p:nvPicPr>
        <p:blipFill>
          <a:blip r:embed="rId3"/>
          <a:stretch>
            <a:fillRect/>
          </a:stretch>
        </p:blipFill>
        <p:spPr>
          <a:xfrm>
            <a:off x="2825787" y="2796698"/>
            <a:ext cx="3073400" cy="1422400"/>
          </a:xfrm>
          <a:prstGeom prst="rect">
            <a:avLst/>
          </a:prstGeom>
        </p:spPr>
      </p:pic>
      <p:pic>
        <p:nvPicPr>
          <p:cNvPr id="7" name="Picture 6">
            <a:extLst>
              <a:ext uri="{FF2B5EF4-FFF2-40B4-BE49-F238E27FC236}">
                <a16:creationId xmlns:a16="http://schemas.microsoft.com/office/drawing/2014/main" id="{60BE9773-6132-9B17-D409-877319F66EF2}"/>
              </a:ext>
            </a:extLst>
          </p:cNvPr>
          <p:cNvPicPr>
            <a:picLocks noChangeAspect="1"/>
          </p:cNvPicPr>
          <p:nvPr/>
        </p:nvPicPr>
        <p:blipFill>
          <a:blip r:embed="rId4"/>
          <a:srcRect l="6485" r="9119"/>
          <a:stretch>
            <a:fillRect/>
          </a:stretch>
        </p:blipFill>
        <p:spPr>
          <a:xfrm>
            <a:off x="5570831" y="3812874"/>
            <a:ext cx="2664061" cy="2378075"/>
          </a:xfrm>
          <a:prstGeom prst="rect">
            <a:avLst/>
          </a:prstGeom>
        </p:spPr>
      </p:pic>
      <p:pic>
        <p:nvPicPr>
          <p:cNvPr id="8" name="Picture 7">
            <a:extLst>
              <a:ext uri="{FF2B5EF4-FFF2-40B4-BE49-F238E27FC236}">
                <a16:creationId xmlns:a16="http://schemas.microsoft.com/office/drawing/2014/main" id="{B53D636F-0A4B-758B-3831-C631B857D9C8}"/>
              </a:ext>
            </a:extLst>
          </p:cNvPr>
          <p:cNvPicPr>
            <a:picLocks noChangeAspect="1"/>
          </p:cNvPicPr>
          <p:nvPr/>
        </p:nvPicPr>
        <p:blipFill>
          <a:blip r:embed="rId5"/>
          <a:srcRect l="6838" t="4912" r="5901"/>
          <a:stretch>
            <a:fillRect/>
          </a:stretch>
        </p:blipFill>
        <p:spPr>
          <a:xfrm>
            <a:off x="8436739" y="3641110"/>
            <a:ext cx="3572463" cy="2574691"/>
          </a:xfrm>
          <a:prstGeom prst="rect">
            <a:avLst/>
          </a:prstGeom>
        </p:spPr>
      </p:pic>
      <p:sp>
        <p:nvSpPr>
          <p:cNvPr id="10" name="TextBox 9">
            <a:extLst>
              <a:ext uri="{FF2B5EF4-FFF2-40B4-BE49-F238E27FC236}">
                <a16:creationId xmlns:a16="http://schemas.microsoft.com/office/drawing/2014/main" id="{EA9268E4-AEAF-3A2E-3CD9-F864C66D7DB5}"/>
              </a:ext>
            </a:extLst>
          </p:cNvPr>
          <p:cNvSpPr txBox="1"/>
          <p:nvPr/>
        </p:nvSpPr>
        <p:spPr>
          <a:xfrm>
            <a:off x="83761" y="2545697"/>
            <a:ext cx="2664061" cy="646331"/>
          </a:xfrm>
          <a:prstGeom prst="rect">
            <a:avLst/>
          </a:prstGeom>
          <a:noFill/>
        </p:spPr>
        <p:txBody>
          <a:bodyPr wrap="square">
            <a:spAutoFit/>
          </a:bodyPr>
          <a:lstStyle/>
          <a:p>
            <a:pPr algn="ctr"/>
            <a:r>
              <a:rPr lang="en-US" b="1" dirty="0"/>
              <a:t>Quality Control and Assembly</a:t>
            </a:r>
          </a:p>
        </p:txBody>
      </p:sp>
      <p:sp>
        <p:nvSpPr>
          <p:cNvPr id="11" name="TextBox 10">
            <a:extLst>
              <a:ext uri="{FF2B5EF4-FFF2-40B4-BE49-F238E27FC236}">
                <a16:creationId xmlns:a16="http://schemas.microsoft.com/office/drawing/2014/main" id="{658EE766-54D8-07BB-3A3E-A876FD2D09B1}"/>
              </a:ext>
            </a:extLst>
          </p:cNvPr>
          <p:cNvSpPr txBox="1"/>
          <p:nvPr/>
        </p:nvSpPr>
        <p:spPr>
          <a:xfrm>
            <a:off x="3007694" y="4078582"/>
            <a:ext cx="2664061" cy="923330"/>
          </a:xfrm>
          <a:prstGeom prst="rect">
            <a:avLst/>
          </a:prstGeom>
          <a:noFill/>
        </p:spPr>
        <p:txBody>
          <a:bodyPr wrap="square">
            <a:spAutoFit/>
          </a:bodyPr>
          <a:lstStyle/>
          <a:p>
            <a:pPr algn="ctr"/>
            <a:r>
              <a:rPr lang="en-US" b="1" dirty="0"/>
              <a:t>Genome Binning/</a:t>
            </a:r>
            <a:br>
              <a:rPr lang="en-US" b="1" dirty="0"/>
            </a:br>
            <a:r>
              <a:rPr lang="en-US" b="1" dirty="0" err="1"/>
              <a:t>Metagenom</a:t>
            </a:r>
            <a:r>
              <a:rPr lang="en-US" b="1" dirty="0"/>
              <a:t>-assembled Genomes</a:t>
            </a:r>
          </a:p>
        </p:txBody>
      </p:sp>
      <p:sp>
        <p:nvSpPr>
          <p:cNvPr id="12" name="TextBox 11">
            <a:extLst>
              <a:ext uri="{FF2B5EF4-FFF2-40B4-BE49-F238E27FC236}">
                <a16:creationId xmlns:a16="http://schemas.microsoft.com/office/drawing/2014/main" id="{6E81BC8E-6C77-50DD-F9E2-5E30B766D13C}"/>
              </a:ext>
            </a:extLst>
          </p:cNvPr>
          <p:cNvSpPr txBox="1"/>
          <p:nvPr/>
        </p:nvSpPr>
        <p:spPr>
          <a:xfrm>
            <a:off x="5570831" y="6063560"/>
            <a:ext cx="2664061" cy="646331"/>
          </a:xfrm>
          <a:prstGeom prst="rect">
            <a:avLst/>
          </a:prstGeom>
          <a:noFill/>
        </p:spPr>
        <p:txBody>
          <a:bodyPr wrap="square">
            <a:spAutoFit/>
          </a:bodyPr>
          <a:lstStyle/>
          <a:p>
            <a:pPr algn="ctr"/>
            <a:r>
              <a:rPr lang="en-US" b="1" dirty="0"/>
              <a:t>Taxonomic and Function Annotation </a:t>
            </a:r>
          </a:p>
        </p:txBody>
      </p:sp>
      <p:sp>
        <p:nvSpPr>
          <p:cNvPr id="13" name="TextBox 12">
            <a:extLst>
              <a:ext uri="{FF2B5EF4-FFF2-40B4-BE49-F238E27FC236}">
                <a16:creationId xmlns:a16="http://schemas.microsoft.com/office/drawing/2014/main" id="{C0D8D20E-C88F-3274-3088-B006045B282C}"/>
              </a:ext>
            </a:extLst>
          </p:cNvPr>
          <p:cNvSpPr txBox="1"/>
          <p:nvPr/>
        </p:nvSpPr>
        <p:spPr>
          <a:xfrm>
            <a:off x="0" y="6581001"/>
            <a:ext cx="9167446" cy="276999"/>
          </a:xfrm>
          <a:prstGeom prst="rect">
            <a:avLst/>
          </a:prstGeom>
          <a:noFill/>
        </p:spPr>
        <p:txBody>
          <a:bodyPr wrap="square" rtlCol="0">
            <a:spAutoFit/>
          </a:bodyPr>
          <a:lstStyle/>
          <a:p>
            <a:r>
              <a:rPr lang="en-US" sz="1200" dirty="0"/>
              <a:t>Adapted from Metagenome-atlas 2.0</a:t>
            </a:r>
          </a:p>
        </p:txBody>
      </p:sp>
      <p:sp>
        <p:nvSpPr>
          <p:cNvPr id="14" name="Bent Arrow 13">
            <a:extLst>
              <a:ext uri="{FF2B5EF4-FFF2-40B4-BE49-F238E27FC236}">
                <a16:creationId xmlns:a16="http://schemas.microsoft.com/office/drawing/2014/main" id="{18FDC0EC-B0A3-4F0A-0AA2-A3669E1E119C}"/>
              </a:ext>
            </a:extLst>
          </p:cNvPr>
          <p:cNvSpPr/>
          <p:nvPr/>
        </p:nvSpPr>
        <p:spPr>
          <a:xfrm rot="5400000">
            <a:off x="2877850" y="2110186"/>
            <a:ext cx="868364" cy="972490"/>
          </a:xfrm>
          <a:prstGeom prst="bentArrow">
            <a:avLst>
              <a:gd name="adj1" fmla="val 25000"/>
              <a:gd name="adj2" fmla="val 25000"/>
              <a:gd name="adj3" fmla="val 25000"/>
              <a:gd name="adj4" fmla="val 380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Bent Arrow 14">
            <a:extLst>
              <a:ext uri="{FF2B5EF4-FFF2-40B4-BE49-F238E27FC236}">
                <a16:creationId xmlns:a16="http://schemas.microsoft.com/office/drawing/2014/main" id="{2F227B41-D49A-6D06-9D34-EEEB0583E543}"/>
              </a:ext>
            </a:extLst>
          </p:cNvPr>
          <p:cNvSpPr/>
          <p:nvPr/>
        </p:nvSpPr>
        <p:spPr>
          <a:xfrm rot="5400000">
            <a:off x="6029215" y="2860699"/>
            <a:ext cx="868364" cy="972490"/>
          </a:xfrm>
          <a:prstGeom prst="bentArrow">
            <a:avLst>
              <a:gd name="adj1" fmla="val 25000"/>
              <a:gd name="adj2" fmla="val 25000"/>
              <a:gd name="adj3" fmla="val 25000"/>
              <a:gd name="adj4" fmla="val 380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Bent Arrow 15">
            <a:extLst>
              <a:ext uri="{FF2B5EF4-FFF2-40B4-BE49-F238E27FC236}">
                <a16:creationId xmlns:a16="http://schemas.microsoft.com/office/drawing/2014/main" id="{140CCD26-536D-EE5B-D90C-FF733C885E5E}"/>
              </a:ext>
            </a:extLst>
          </p:cNvPr>
          <p:cNvSpPr/>
          <p:nvPr/>
        </p:nvSpPr>
        <p:spPr>
          <a:xfrm rot="5400000">
            <a:off x="7423849" y="1464107"/>
            <a:ext cx="868364" cy="3761759"/>
          </a:xfrm>
          <a:prstGeom prst="bentArrow">
            <a:avLst>
              <a:gd name="adj1" fmla="val 25000"/>
              <a:gd name="adj2" fmla="val 25000"/>
              <a:gd name="adj3" fmla="val 25000"/>
              <a:gd name="adj4" fmla="val 380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8" name="Picture 17">
            <a:extLst>
              <a:ext uri="{FF2B5EF4-FFF2-40B4-BE49-F238E27FC236}">
                <a16:creationId xmlns:a16="http://schemas.microsoft.com/office/drawing/2014/main" id="{19D2A5CD-D7F6-477B-D175-CBFD2EE0053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
        <p:nvSpPr>
          <p:cNvPr id="19" name="TextBox 18">
            <a:extLst>
              <a:ext uri="{FF2B5EF4-FFF2-40B4-BE49-F238E27FC236}">
                <a16:creationId xmlns:a16="http://schemas.microsoft.com/office/drawing/2014/main" id="{E68206B1-CDCB-9921-BCAD-1C918488CE61}"/>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spTree>
    <p:extLst>
      <p:ext uri="{BB962C8B-B14F-4D97-AF65-F5344CB8AC3E}">
        <p14:creationId xmlns:p14="http://schemas.microsoft.com/office/powerpoint/2010/main" val="6987113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0" presetClass="entr" presetSubtype="0" fill="hold" nodeType="withEffect">
                                  <p:stCondLst>
                                    <p:cond delay="50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animBg="1"/>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9459BD9-E378-8B2B-96DF-514309265E53}"/>
              </a:ext>
            </a:extLst>
          </p:cNvPr>
          <p:cNvSpPr>
            <a:spLocks noGrp="1"/>
          </p:cNvSpPr>
          <p:nvPr>
            <p:ph type="body" sz="quarter" idx="13"/>
          </p:nvPr>
        </p:nvSpPr>
        <p:spPr/>
        <p:txBody>
          <a:bodyPr/>
          <a:lstStyle/>
          <a:p>
            <a:pPr marL="0" indent="0">
              <a:buNone/>
            </a:pPr>
            <a:r>
              <a:rPr lang="en-US" b="1" dirty="0"/>
              <a:t>Microbes are social</a:t>
            </a:r>
          </a:p>
        </p:txBody>
      </p:sp>
      <p:pic>
        <p:nvPicPr>
          <p:cNvPr id="6" name="Picture 5">
            <a:extLst>
              <a:ext uri="{FF2B5EF4-FFF2-40B4-BE49-F238E27FC236}">
                <a16:creationId xmlns:a16="http://schemas.microsoft.com/office/drawing/2014/main" id="{A24104DC-E82D-589E-A8D4-22A8F685C1E7}"/>
              </a:ext>
            </a:extLst>
          </p:cNvPr>
          <p:cNvPicPr>
            <a:picLocks noChangeAspect="1"/>
          </p:cNvPicPr>
          <p:nvPr/>
        </p:nvPicPr>
        <p:blipFill>
          <a:blip r:embed="rId2"/>
          <a:stretch>
            <a:fillRect/>
          </a:stretch>
        </p:blipFill>
        <p:spPr>
          <a:xfrm>
            <a:off x="695475" y="1265238"/>
            <a:ext cx="5038898" cy="4396512"/>
          </a:xfrm>
          <a:prstGeom prst="rect">
            <a:avLst/>
          </a:prstGeom>
        </p:spPr>
      </p:pic>
      <p:pic>
        <p:nvPicPr>
          <p:cNvPr id="7" name="Picture 6">
            <a:extLst>
              <a:ext uri="{FF2B5EF4-FFF2-40B4-BE49-F238E27FC236}">
                <a16:creationId xmlns:a16="http://schemas.microsoft.com/office/drawing/2014/main" id="{7A07BDE6-6037-D9C4-0899-C55D2A653B8D}"/>
              </a:ext>
            </a:extLst>
          </p:cNvPr>
          <p:cNvPicPr>
            <a:picLocks noChangeAspect="1"/>
          </p:cNvPicPr>
          <p:nvPr/>
        </p:nvPicPr>
        <p:blipFill>
          <a:blip r:embed="rId2"/>
          <a:srcRect l="69369" t="54986" r="24143" b="38660"/>
          <a:stretch>
            <a:fillRect/>
          </a:stretch>
        </p:blipFill>
        <p:spPr>
          <a:xfrm>
            <a:off x="4191000" y="3683000"/>
            <a:ext cx="326931" cy="279400"/>
          </a:xfrm>
          <a:prstGeom prst="rect">
            <a:avLst/>
          </a:prstGeom>
        </p:spPr>
      </p:pic>
      <p:pic>
        <p:nvPicPr>
          <p:cNvPr id="8" name="Picture 7">
            <a:extLst>
              <a:ext uri="{FF2B5EF4-FFF2-40B4-BE49-F238E27FC236}">
                <a16:creationId xmlns:a16="http://schemas.microsoft.com/office/drawing/2014/main" id="{3B37D83A-ADE9-8BB9-F0F8-319CE48AA96B}"/>
              </a:ext>
            </a:extLst>
          </p:cNvPr>
          <p:cNvPicPr>
            <a:picLocks noChangeAspect="1"/>
          </p:cNvPicPr>
          <p:nvPr/>
        </p:nvPicPr>
        <p:blipFill>
          <a:blip r:embed="rId2"/>
          <a:srcRect l="45640" t="1753" r="46566" b="89715"/>
          <a:stretch>
            <a:fillRect/>
          </a:stretch>
        </p:blipFill>
        <p:spPr>
          <a:xfrm>
            <a:off x="501347" y="6085986"/>
            <a:ext cx="392724" cy="375139"/>
          </a:xfrm>
          <a:prstGeom prst="rect">
            <a:avLst/>
          </a:prstGeom>
        </p:spPr>
      </p:pic>
      <p:pic>
        <p:nvPicPr>
          <p:cNvPr id="9" name="Picture 8">
            <a:extLst>
              <a:ext uri="{FF2B5EF4-FFF2-40B4-BE49-F238E27FC236}">
                <a16:creationId xmlns:a16="http://schemas.microsoft.com/office/drawing/2014/main" id="{36B0420E-3AE3-A769-753F-DE9BACA8D300}"/>
              </a:ext>
            </a:extLst>
          </p:cNvPr>
          <p:cNvPicPr>
            <a:picLocks noChangeAspect="1"/>
          </p:cNvPicPr>
          <p:nvPr/>
        </p:nvPicPr>
        <p:blipFill>
          <a:blip r:embed="rId2"/>
          <a:srcRect l="45640" t="34813" r="46566" b="56922"/>
          <a:stretch>
            <a:fillRect/>
          </a:stretch>
        </p:blipFill>
        <p:spPr>
          <a:xfrm>
            <a:off x="501347" y="5406062"/>
            <a:ext cx="392724" cy="363415"/>
          </a:xfrm>
          <a:prstGeom prst="rect">
            <a:avLst/>
          </a:prstGeom>
        </p:spPr>
      </p:pic>
      <p:pic>
        <p:nvPicPr>
          <p:cNvPr id="10" name="Picture 9">
            <a:extLst>
              <a:ext uri="{FF2B5EF4-FFF2-40B4-BE49-F238E27FC236}">
                <a16:creationId xmlns:a16="http://schemas.microsoft.com/office/drawing/2014/main" id="{F5E84A74-5FCB-58BD-2FB8-FA061A9987FB}"/>
              </a:ext>
            </a:extLst>
          </p:cNvPr>
          <p:cNvPicPr>
            <a:picLocks noChangeAspect="1"/>
          </p:cNvPicPr>
          <p:nvPr/>
        </p:nvPicPr>
        <p:blipFill>
          <a:blip r:embed="rId2"/>
          <a:srcRect l="69369" t="54986" r="24143" b="38660"/>
          <a:stretch>
            <a:fillRect/>
          </a:stretch>
        </p:blipFill>
        <p:spPr>
          <a:xfrm>
            <a:off x="532009" y="5773020"/>
            <a:ext cx="362062" cy="309423"/>
          </a:xfrm>
          <a:prstGeom prst="rect">
            <a:avLst/>
          </a:prstGeom>
        </p:spPr>
      </p:pic>
      <p:sp>
        <p:nvSpPr>
          <p:cNvPr id="11" name="TextBox 10">
            <a:extLst>
              <a:ext uri="{FF2B5EF4-FFF2-40B4-BE49-F238E27FC236}">
                <a16:creationId xmlns:a16="http://schemas.microsoft.com/office/drawing/2014/main" id="{6318CC3A-3FD3-5D92-BB27-8C91591B65CF}"/>
              </a:ext>
            </a:extLst>
          </p:cNvPr>
          <p:cNvSpPr txBox="1"/>
          <p:nvPr/>
        </p:nvSpPr>
        <p:spPr>
          <a:xfrm>
            <a:off x="924733" y="5743065"/>
            <a:ext cx="1628078" cy="369332"/>
          </a:xfrm>
          <a:prstGeom prst="rect">
            <a:avLst/>
          </a:prstGeom>
          <a:noFill/>
        </p:spPr>
        <p:txBody>
          <a:bodyPr wrap="square" rtlCol="0">
            <a:spAutoFit/>
          </a:bodyPr>
          <a:lstStyle/>
          <a:p>
            <a:r>
              <a:rPr lang="en-US" dirty="0"/>
              <a:t>Metabolites</a:t>
            </a:r>
          </a:p>
        </p:txBody>
      </p:sp>
      <p:pic>
        <p:nvPicPr>
          <p:cNvPr id="13" name="Picture 12" descr="Social interactions among microbes. Microbes frequently interact with clonemates or other microbes of the same or different species (represented by microbes of different colors and shapes, respectively). (A) Cooperation often involves Public goods sharing, where cells secrete a costly secondary metabolite that can be shared among cells. Alternatively, cooperation can involve Cross-feeding, where different genotypes or species exchange different metabolites. (B) Competition is often mediated by Cheating, where individuals capitalize on the public goods produced by others while not contributing (to the same extent) themselves. Other forms of competition involve the direct Interference with competitors, either via the secretion of diffusible toxins (lightning bolt), or via contact-dependent mechanisms (such as type VI secretion systems; speech bubble). (C) Predation frequently occurs in the form of Solitary hunting, and can, for instance, involve single predators that attack and digest their prey from within. Alternatively, it can involve Group hunting, where multiple cells coordinate their attack.">
            <a:extLst>
              <a:ext uri="{FF2B5EF4-FFF2-40B4-BE49-F238E27FC236}">
                <a16:creationId xmlns:a16="http://schemas.microsoft.com/office/drawing/2014/main" id="{3A3AC3E4-284C-87CC-966D-5DB67A4F4EBE}"/>
              </a:ext>
            </a:extLst>
          </p:cNvPr>
          <p:cNvPicPr>
            <a:picLocks noChangeAspect="1"/>
          </p:cNvPicPr>
          <p:nvPr/>
        </p:nvPicPr>
        <p:blipFill>
          <a:blip r:embed="rId3"/>
          <a:srcRect l="2498" r="35169" b="50507"/>
          <a:stretch>
            <a:fillRect/>
          </a:stretch>
        </p:blipFill>
        <p:spPr>
          <a:xfrm>
            <a:off x="6457629" y="759003"/>
            <a:ext cx="4844770" cy="2517332"/>
          </a:xfrm>
          <a:prstGeom prst="rect">
            <a:avLst/>
          </a:prstGeom>
        </p:spPr>
      </p:pic>
      <p:pic>
        <p:nvPicPr>
          <p:cNvPr id="14" name="Picture 13" descr="Social interactions among microbes. Microbes frequently interact with clonemates or other microbes of the same or different species (represented by microbes of different colors and shapes, respectively). (A) Cooperation often involves Public goods sharing, where cells secrete a costly secondary metabolite that can be shared among cells. Alternatively, cooperation can involve Cross-feeding, where different genotypes or species exchange different metabolites. (B) Competition is often mediated by Cheating, where individuals capitalize on the public goods produced by others while not contributing (to the same extent) themselves. Other forms of competition involve the direct Interference with competitors, either via the secretion of diffusible toxins (lightning bolt), or via contact-dependent mechanisms (such as type VI secretion systems; speech bubble). (C) Predation frequently occurs in the form of Solitary hunting, and can, for instance, involve single predators that attack and digest their prey from within. Alternatively, it can involve Group hunting, where multiple cells coordinate their attack.">
            <a:extLst>
              <a:ext uri="{FF2B5EF4-FFF2-40B4-BE49-F238E27FC236}">
                <a16:creationId xmlns:a16="http://schemas.microsoft.com/office/drawing/2014/main" id="{532D8C2D-35C3-238F-83AA-07BB94875B9C}"/>
              </a:ext>
            </a:extLst>
          </p:cNvPr>
          <p:cNvPicPr>
            <a:picLocks noChangeAspect="1"/>
          </p:cNvPicPr>
          <p:nvPr/>
        </p:nvPicPr>
        <p:blipFill>
          <a:blip r:embed="rId3"/>
          <a:srcRect l="70685" r="76" b="50507"/>
          <a:stretch>
            <a:fillRect/>
          </a:stretch>
        </p:blipFill>
        <p:spPr>
          <a:xfrm>
            <a:off x="7711533" y="3241703"/>
            <a:ext cx="2579458" cy="2857294"/>
          </a:xfrm>
          <a:prstGeom prst="rect">
            <a:avLst/>
          </a:prstGeom>
        </p:spPr>
      </p:pic>
      <p:sp>
        <p:nvSpPr>
          <p:cNvPr id="15" name="TextBox 14">
            <a:extLst>
              <a:ext uri="{FF2B5EF4-FFF2-40B4-BE49-F238E27FC236}">
                <a16:creationId xmlns:a16="http://schemas.microsoft.com/office/drawing/2014/main" id="{6B29C22F-AD7B-C82E-7863-351BC1873DA2}"/>
              </a:ext>
            </a:extLst>
          </p:cNvPr>
          <p:cNvSpPr txBox="1"/>
          <p:nvPr/>
        </p:nvSpPr>
        <p:spPr>
          <a:xfrm>
            <a:off x="0" y="6581001"/>
            <a:ext cx="9167446" cy="276999"/>
          </a:xfrm>
          <a:prstGeom prst="rect">
            <a:avLst/>
          </a:prstGeom>
          <a:noFill/>
        </p:spPr>
        <p:txBody>
          <a:bodyPr wrap="square" rtlCol="0">
            <a:spAutoFit/>
          </a:bodyPr>
          <a:lstStyle/>
          <a:p>
            <a:r>
              <a:rPr lang="en-US" sz="1200" dirty="0"/>
              <a:t>Adapted from Lei Tang, </a:t>
            </a:r>
            <a:r>
              <a:rPr lang="en-US" sz="1200" i="1" dirty="0"/>
              <a:t>Nature Methods, 2018 </a:t>
            </a:r>
            <a:r>
              <a:rPr lang="en-US" sz="1200" dirty="0"/>
              <a:t>and</a:t>
            </a:r>
            <a:r>
              <a:rPr lang="en-US" sz="1200" i="1" dirty="0"/>
              <a:t> Figueiredo and Kramer, Front. Eco Evo., 2020</a:t>
            </a:r>
          </a:p>
        </p:txBody>
      </p:sp>
      <p:pic>
        <p:nvPicPr>
          <p:cNvPr id="17" name="Picture 16">
            <a:extLst>
              <a:ext uri="{FF2B5EF4-FFF2-40B4-BE49-F238E27FC236}">
                <a16:creationId xmlns:a16="http://schemas.microsoft.com/office/drawing/2014/main" id="{EF6BB05F-2E6D-B68A-981F-8B804BF9F73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
        <p:nvSpPr>
          <p:cNvPr id="18" name="TextBox 17">
            <a:extLst>
              <a:ext uri="{FF2B5EF4-FFF2-40B4-BE49-F238E27FC236}">
                <a16:creationId xmlns:a16="http://schemas.microsoft.com/office/drawing/2014/main" id="{CC2FC1DF-1AEC-0B01-D9D7-E1D9C89E58ED}"/>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spTree>
    <p:extLst>
      <p:ext uri="{BB962C8B-B14F-4D97-AF65-F5344CB8AC3E}">
        <p14:creationId xmlns:p14="http://schemas.microsoft.com/office/powerpoint/2010/main" val="17388998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0" presetClass="entr" presetSubtype="0" fill="hold" nodeType="withEffect">
                                  <p:stCondLst>
                                    <p:cond delay="500"/>
                                  </p:stCondLst>
                                  <p:childTnLst>
                                    <p:set>
                                      <p:cBhvr>
                                        <p:cTn id="8" dur="1" fill="hold">
                                          <p:stCondLst>
                                            <p:cond delay="0"/>
                                          </p:stCondLst>
                                        </p:cTn>
                                        <p:tgtEl>
                                          <p:spTgt spid="17"/>
                                        </p:tgtEl>
                                        <p:attrNameLst>
                                          <p:attrName>style.visibility</p:attrName>
                                        </p:attrNameLst>
                                      </p:cBhvr>
                                      <p:to>
                                        <p:strVal val="visible"/>
                                      </p:to>
                                    </p:set>
                                    <p:animEffect transition="in" filter="fade">
                                      <p:cBhvr>
                                        <p:cTn id="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C80F1-CAE0-B68B-82A9-7F207569E9E3}"/>
            </a:ext>
          </a:extLst>
        </p:cNvPr>
        <p:cNvGrpSpPr/>
        <p:nvPr/>
      </p:nvGrpSpPr>
      <p:grpSpPr>
        <a:xfrm>
          <a:off x="0" y="0"/>
          <a:ext cx="0" cy="0"/>
          <a:chOff x="0" y="0"/>
          <a:chExt cx="0" cy="0"/>
        </a:xfrm>
      </p:grpSpPr>
      <p:sp>
        <p:nvSpPr>
          <p:cNvPr id="8" name="Down Arrow 7">
            <a:extLst>
              <a:ext uri="{FF2B5EF4-FFF2-40B4-BE49-F238E27FC236}">
                <a16:creationId xmlns:a16="http://schemas.microsoft.com/office/drawing/2014/main" id="{B5CA0553-9091-16D5-A35D-F6AC9E1BA78E}"/>
              </a:ext>
            </a:extLst>
          </p:cNvPr>
          <p:cNvSpPr/>
          <p:nvPr/>
        </p:nvSpPr>
        <p:spPr>
          <a:xfrm>
            <a:off x="1008125" y="1265238"/>
            <a:ext cx="960120" cy="4069080"/>
          </a:xfrm>
          <a:prstGeom prst="downArrow">
            <a:avLst/>
          </a:prstGeom>
          <a:solidFill>
            <a:srgbClr val="A0D7CD"/>
          </a:solidFill>
          <a:ln w="15240">
            <a:solidFill>
              <a:srgbClr val="5AA5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2A363BA6-DE1A-A499-EBB9-A80240B7E77B}"/>
              </a:ext>
            </a:extLst>
          </p:cNvPr>
          <p:cNvSpPr txBox="1"/>
          <p:nvPr/>
        </p:nvSpPr>
        <p:spPr>
          <a:xfrm>
            <a:off x="759309" y="5275365"/>
            <a:ext cx="1737360" cy="411480"/>
          </a:xfrm>
          <a:prstGeom prst="rect">
            <a:avLst/>
          </a:prstGeom>
          <a:noFill/>
        </p:spPr>
        <p:txBody>
          <a:bodyPr wrap="none" lIns="45720" tIns="18288" rIns="45720" bIns="18288" anchor="ctr">
            <a:spAutoFit/>
          </a:bodyPr>
          <a:lstStyle/>
          <a:p>
            <a:pPr algn="ctr"/>
            <a:r>
              <a:rPr sz="2300" b="1" dirty="0">
                <a:solidFill>
                  <a:srgbClr val="000000"/>
                </a:solidFill>
                <a:latin typeface="Aptos"/>
              </a:rPr>
              <a:t>PHENOTYPE</a:t>
            </a:r>
          </a:p>
        </p:txBody>
      </p:sp>
      <p:sp>
        <p:nvSpPr>
          <p:cNvPr id="11" name="Pentagon 10">
            <a:extLst>
              <a:ext uri="{FF2B5EF4-FFF2-40B4-BE49-F238E27FC236}">
                <a16:creationId xmlns:a16="http://schemas.microsoft.com/office/drawing/2014/main" id="{B58E5768-0742-45B9-3E9C-4931FE91DB6A}"/>
              </a:ext>
            </a:extLst>
          </p:cNvPr>
          <p:cNvSpPr/>
          <p:nvPr/>
        </p:nvSpPr>
        <p:spPr>
          <a:xfrm rot="5400000">
            <a:off x="2359152" y="1598994"/>
            <a:ext cx="1591056" cy="960120"/>
          </a:xfrm>
          <a:prstGeom prst="homePlate">
            <a:avLst/>
          </a:prstGeom>
          <a:solidFill>
            <a:srgbClr val="B992C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493FA3B1-9A60-A885-C412-305B10961324}"/>
              </a:ext>
            </a:extLst>
          </p:cNvPr>
          <p:cNvSpPr txBox="1"/>
          <p:nvPr/>
        </p:nvSpPr>
        <p:spPr>
          <a:xfrm>
            <a:off x="2231135" y="1466867"/>
            <a:ext cx="1865376" cy="256032"/>
          </a:xfrm>
          <a:prstGeom prst="rect">
            <a:avLst/>
          </a:prstGeom>
          <a:noFill/>
        </p:spPr>
        <p:txBody>
          <a:bodyPr wrap="none" lIns="45720" tIns="18288" rIns="45720" bIns="18288" anchor="ctr">
            <a:spAutoFit/>
          </a:bodyPr>
          <a:lstStyle/>
          <a:p>
            <a:pPr algn="ctr"/>
            <a:r>
              <a:rPr sz="2000" b="1" dirty="0">
                <a:solidFill>
                  <a:srgbClr val="000000"/>
                </a:solidFill>
                <a:latin typeface="Aptos"/>
              </a:rPr>
              <a:t>Genome</a:t>
            </a:r>
          </a:p>
        </p:txBody>
      </p:sp>
      <p:sp>
        <p:nvSpPr>
          <p:cNvPr id="14" name="Pentagon 13">
            <a:extLst>
              <a:ext uri="{FF2B5EF4-FFF2-40B4-BE49-F238E27FC236}">
                <a16:creationId xmlns:a16="http://schemas.microsoft.com/office/drawing/2014/main" id="{603D6907-34BC-CE32-2720-655D24612AC3}"/>
              </a:ext>
            </a:extLst>
          </p:cNvPr>
          <p:cNvSpPr/>
          <p:nvPr/>
        </p:nvSpPr>
        <p:spPr>
          <a:xfrm rot="5400000">
            <a:off x="2240280" y="2504250"/>
            <a:ext cx="1828800" cy="960120"/>
          </a:xfrm>
          <a:prstGeom prst="homePlate">
            <a:avLst/>
          </a:prstGeom>
          <a:solidFill>
            <a:srgbClr val="9994D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8DCE6644-FE39-9F22-40F4-EA1DBC78FCCE}"/>
              </a:ext>
            </a:extLst>
          </p:cNvPr>
          <p:cNvSpPr txBox="1"/>
          <p:nvPr/>
        </p:nvSpPr>
        <p:spPr>
          <a:xfrm>
            <a:off x="2221992" y="2347900"/>
            <a:ext cx="1865376" cy="256032"/>
          </a:xfrm>
          <a:prstGeom prst="rect">
            <a:avLst/>
          </a:prstGeom>
          <a:noFill/>
        </p:spPr>
        <p:txBody>
          <a:bodyPr wrap="none" lIns="45720" tIns="18288" rIns="45720" bIns="18288" anchor="ctr">
            <a:spAutoFit/>
          </a:bodyPr>
          <a:lstStyle/>
          <a:p>
            <a:pPr algn="ctr"/>
            <a:r>
              <a:rPr sz="2000" b="1" dirty="0">
                <a:solidFill>
                  <a:srgbClr val="000000"/>
                </a:solidFill>
                <a:latin typeface="Aptos"/>
              </a:rPr>
              <a:t>Transcriptome</a:t>
            </a:r>
          </a:p>
        </p:txBody>
      </p:sp>
      <p:sp>
        <p:nvSpPr>
          <p:cNvPr id="17" name="Pentagon 16">
            <a:extLst>
              <a:ext uri="{FF2B5EF4-FFF2-40B4-BE49-F238E27FC236}">
                <a16:creationId xmlns:a16="http://schemas.microsoft.com/office/drawing/2014/main" id="{F7C8218B-87B0-7C55-19B8-F5A699B3DBAA}"/>
              </a:ext>
            </a:extLst>
          </p:cNvPr>
          <p:cNvSpPr/>
          <p:nvPr/>
        </p:nvSpPr>
        <p:spPr>
          <a:xfrm rot="5400000">
            <a:off x="2240280" y="3528378"/>
            <a:ext cx="1828800" cy="960120"/>
          </a:xfrm>
          <a:prstGeom prst="homePlate">
            <a:avLst/>
          </a:prstGeom>
          <a:solidFill>
            <a:srgbClr val="80BDD3"/>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CD825D02-E887-3FC5-038E-8BF61B9E9D66}"/>
              </a:ext>
            </a:extLst>
          </p:cNvPr>
          <p:cNvSpPr txBox="1"/>
          <p:nvPr/>
        </p:nvSpPr>
        <p:spPr>
          <a:xfrm>
            <a:off x="2221992" y="3409967"/>
            <a:ext cx="1865376" cy="256032"/>
          </a:xfrm>
          <a:prstGeom prst="rect">
            <a:avLst/>
          </a:prstGeom>
          <a:noFill/>
        </p:spPr>
        <p:txBody>
          <a:bodyPr wrap="none" lIns="45720" tIns="18288" rIns="45720" bIns="18288" anchor="ctr">
            <a:spAutoFit/>
          </a:bodyPr>
          <a:lstStyle/>
          <a:p>
            <a:pPr algn="ctr"/>
            <a:r>
              <a:rPr sz="2000" b="1" dirty="0">
                <a:solidFill>
                  <a:srgbClr val="000000"/>
                </a:solidFill>
                <a:latin typeface="Aptos"/>
              </a:rPr>
              <a:t>Proteome</a:t>
            </a:r>
          </a:p>
        </p:txBody>
      </p:sp>
      <p:sp>
        <p:nvSpPr>
          <p:cNvPr id="20" name="Pentagon 19">
            <a:extLst>
              <a:ext uri="{FF2B5EF4-FFF2-40B4-BE49-F238E27FC236}">
                <a16:creationId xmlns:a16="http://schemas.microsoft.com/office/drawing/2014/main" id="{45498803-D8E1-6096-0110-613E9EE66F08}"/>
              </a:ext>
            </a:extLst>
          </p:cNvPr>
          <p:cNvSpPr/>
          <p:nvPr/>
        </p:nvSpPr>
        <p:spPr>
          <a:xfrm rot="5400000">
            <a:off x="2576080" y="4216708"/>
            <a:ext cx="1157200" cy="960120"/>
          </a:xfrm>
          <a:prstGeom prst="homePlate">
            <a:avLst/>
          </a:prstGeom>
          <a:solidFill>
            <a:srgbClr val="77D3A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05CB87DD-EB5A-1925-798F-3DB9F9C2E696}"/>
              </a:ext>
            </a:extLst>
          </p:cNvPr>
          <p:cNvSpPr txBox="1"/>
          <p:nvPr/>
        </p:nvSpPr>
        <p:spPr>
          <a:xfrm>
            <a:off x="2221992" y="4384662"/>
            <a:ext cx="1865376" cy="256032"/>
          </a:xfrm>
          <a:prstGeom prst="rect">
            <a:avLst/>
          </a:prstGeom>
          <a:noFill/>
        </p:spPr>
        <p:txBody>
          <a:bodyPr wrap="none" lIns="45720" tIns="18288" rIns="45720" bIns="18288" anchor="ctr">
            <a:spAutoFit/>
          </a:bodyPr>
          <a:lstStyle/>
          <a:p>
            <a:pPr algn="ctr"/>
            <a:r>
              <a:rPr sz="2000" b="1" dirty="0">
                <a:solidFill>
                  <a:srgbClr val="000000"/>
                </a:solidFill>
                <a:latin typeface="Aptos"/>
              </a:rPr>
              <a:t>Metabolome</a:t>
            </a:r>
          </a:p>
        </p:txBody>
      </p:sp>
      <p:sp>
        <p:nvSpPr>
          <p:cNvPr id="24" name="Rounded Rectangle 23">
            <a:extLst>
              <a:ext uri="{FF2B5EF4-FFF2-40B4-BE49-F238E27FC236}">
                <a16:creationId xmlns:a16="http://schemas.microsoft.com/office/drawing/2014/main" id="{00946E81-851C-7A15-0B3E-2B559FB3C762}"/>
              </a:ext>
            </a:extLst>
          </p:cNvPr>
          <p:cNvSpPr/>
          <p:nvPr/>
        </p:nvSpPr>
        <p:spPr>
          <a:xfrm>
            <a:off x="5088635" y="1283526"/>
            <a:ext cx="2834640" cy="758952"/>
          </a:xfrm>
          <a:prstGeom prst="roundRect">
            <a:avLst/>
          </a:prstGeom>
          <a:solidFill>
            <a:srgbClr val="B992CA"/>
          </a:solidFill>
          <a:ln w="15240">
            <a:solidFill>
              <a:srgbClr val="4B677A"/>
            </a:solidFill>
          </a:ln>
        </p:spPr>
        <p:style>
          <a:lnRef idx="1">
            <a:schemeClr val="accent1"/>
          </a:lnRef>
          <a:fillRef idx="3">
            <a:schemeClr val="accent1"/>
          </a:fillRef>
          <a:effectRef idx="2">
            <a:schemeClr val="accent1"/>
          </a:effectRef>
          <a:fontRef idx="minor">
            <a:schemeClr val="lt1"/>
          </a:fontRef>
        </p:style>
        <p:txBody>
          <a:bodyPr lIns="164592" rIns="109728" rtlCol="0" anchor="ctr"/>
          <a:lstStyle/>
          <a:p>
            <a:pPr algn="l"/>
            <a:r>
              <a:rPr sz="2400" b="1">
                <a:solidFill>
                  <a:srgbClr val="000000"/>
                </a:solidFill>
                <a:latin typeface="Aptos"/>
              </a:rPr>
              <a:t>DNA</a:t>
            </a:r>
          </a:p>
          <a:p>
            <a:pPr algn="l">
              <a:spcBef>
                <a:spcPts val="300"/>
              </a:spcBef>
            </a:pPr>
            <a:r>
              <a:rPr sz="1250">
                <a:solidFill>
                  <a:srgbClr val="323232"/>
                </a:solidFill>
                <a:latin typeface="Aptos"/>
              </a:rPr>
              <a:t>Genome sequence / gene catalogue</a:t>
            </a:r>
          </a:p>
        </p:txBody>
      </p:sp>
      <p:sp>
        <p:nvSpPr>
          <p:cNvPr id="26" name="Rounded Rectangle 25">
            <a:extLst>
              <a:ext uri="{FF2B5EF4-FFF2-40B4-BE49-F238E27FC236}">
                <a16:creationId xmlns:a16="http://schemas.microsoft.com/office/drawing/2014/main" id="{ED322A01-F5F4-20C8-B932-7EDAA32E2795}"/>
              </a:ext>
            </a:extLst>
          </p:cNvPr>
          <p:cNvSpPr/>
          <p:nvPr/>
        </p:nvSpPr>
        <p:spPr>
          <a:xfrm>
            <a:off x="5088635" y="2250285"/>
            <a:ext cx="2834640" cy="758952"/>
          </a:xfrm>
          <a:prstGeom prst="roundRect">
            <a:avLst/>
          </a:prstGeom>
          <a:solidFill>
            <a:srgbClr val="9994D6"/>
          </a:solidFill>
          <a:ln w="15240">
            <a:solidFill>
              <a:srgbClr val="4B677A"/>
            </a:solidFill>
          </a:ln>
        </p:spPr>
        <p:style>
          <a:lnRef idx="1">
            <a:schemeClr val="accent1"/>
          </a:lnRef>
          <a:fillRef idx="3">
            <a:schemeClr val="accent1"/>
          </a:fillRef>
          <a:effectRef idx="2">
            <a:schemeClr val="accent1"/>
          </a:effectRef>
          <a:fontRef idx="minor">
            <a:schemeClr val="lt1"/>
          </a:fontRef>
        </p:style>
        <p:txBody>
          <a:bodyPr lIns="164592" rIns="109728" rtlCol="0" anchor="ctr"/>
          <a:lstStyle/>
          <a:p>
            <a:pPr algn="l"/>
            <a:r>
              <a:rPr sz="2400" b="1">
                <a:solidFill>
                  <a:srgbClr val="000000"/>
                </a:solidFill>
                <a:latin typeface="Aptos"/>
              </a:rPr>
              <a:t>RNA</a:t>
            </a:r>
          </a:p>
          <a:p>
            <a:pPr algn="l">
              <a:spcBef>
                <a:spcPts val="300"/>
              </a:spcBef>
            </a:pPr>
            <a:r>
              <a:rPr sz="1250">
                <a:solidFill>
                  <a:srgbClr val="323232"/>
                </a:solidFill>
                <a:latin typeface="Aptos"/>
              </a:rPr>
              <a:t>Condition-specific expression</a:t>
            </a:r>
          </a:p>
        </p:txBody>
      </p:sp>
      <p:sp>
        <p:nvSpPr>
          <p:cNvPr id="28" name="Rounded Rectangle 27">
            <a:extLst>
              <a:ext uri="{FF2B5EF4-FFF2-40B4-BE49-F238E27FC236}">
                <a16:creationId xmlns:a16="http://schemas.microsoft.com/office/drawing/2014/main" id="{FF6D1030-97EC-CCBC-7933-5F2A34BD02A2}"/>
              </a:ext>
            </a:extLst>
          </p:cNvPr>
          <p:cNvSpPr/>
          <p:nvPr/>
        </p:nvSpPr>
        <p:spPr>
          <a:xfrm>
            <a:off x="5088635" y="3206271"/>
            <a:ext cx="2834640" cy="758952"/>
          </a:xfrm>
          <a:prstGeom prst="roundRect">
            <a:avLst/>
          </a:prstGeom>
          <a:solidFill>
            <a:srgbClr val="80BDD3"/>
          </a:solidFill>
          <a:ln w="15240">
            <a:solidFill>
              <a:srgbClr val="4B677A"/>
            </a:solidFill>
          </a:ln>
        </p:spPr>
        <p:style>
          <a:lnRef idx="1">
            <a:schemeClr val="accent1"/>
          </a:lnRef>
          <a:fillRef idx="3">
            <a:schemeClr val="accent1"/>
          </a:fillRef>
          <a:effectRef idx="2">
            <a:schemeClr val="accent1"/>
          </a:effectRef>
          <a:fontRef idx="minor">
            <a:schemeClr val="lt1"/>
          </a:fontRef>
        </p:style>
        <p:txBody>
          <a:bodyPr lIns="164592" rIns="109728" rtlCol="0" anchor="ctr"/>
          <a:lstStyle/>
          <a:p>
            <a:pPr algn="l"/>
            <a:r>
              <a:rPr sz="2400" b="1">
                <a:solidFill>
                  <a:srgbClr val="000000"/>
                </a:solidFill>
                <a:latin typeface="Aptos"/>
              </a:rPr>
              <a:t>Proteins</a:t>
            </a:r>
          </a:p>
          <a:p>
            <a:pPr algn="l">
              <a:spcBef>
                <a:spcPts val="300"/>
              </a:spcBef>
            </a:pPr>
            <a:r>
              <a:rPr sz="1250">
                <a:solidFill>
                  <a:srgbClr val="323232"/>
                </a:solidFill>
                <a:latin typeface="Aptos"/>
              </a:rPr>
              <a:t>Enzymes and complexes</a:t>
            </a:r>
          </a:p>
        </p:txBody>
      </p:sp>
      <p:sp>
        <p:nvSpPr>
          <p:cNvPr id="30" name="Rounded Rectangle 29">
            <a:extLst>
              <a:ext uri="{FF2B5EF4-FFF2-40B4-BE49-F238E27FC236}">
                <a16:creationId xmlns:a16="http://schemas.microsoft.com/office/drawing/2014/main" id="{2B65AA8E-673F-9166-4BE9-F0E1D514AD18}"/>
              </a:ext>
            </a:extLst>
          </p:cNvPr>
          <p:cNvSpPr/>
          <p:nvPr/>
        </p:nvSpPr>
        <p:spPr>
          <a:xfrm>
            <a:off x="5088635" y="4199515"/>
            <a:ext cx="2834640" cy="758952"/>
          </a:xfrm>
          <a:prstGeom prst="roundRect">
            <a:avLst/>
          </a:prstGeom>
          <a:solidFill>
            <a:srgbClr val="77D3A9"/>
          </a:solidFill>
          <a:ln w="15240">
            <a:solidFill>
              <a:srgbClr val="4B677A"/>
            </a:solidFill>
          </a:ln>
        </p:spPr>
        <p:style>
          <a:lnRef idx="1">
            <a:schemeClr val="accent1"/>
          </a:lnRef>
          <a:fillRef idx="3">
            <a:schemeClr val="accent1"/>
          </a:fillRef>
          <a:effectRef idx="2">
            <a:schemeClr val="accent1"/>
          </a:effectRef>
          <a:fontRef idx="minor">
            <a:schemeClr val="lt1"/>
          </a:fontRef>
        </p:style>
        <p:txBody>
          <a:bodyPr lIns="164592" rIns="109728" rtlCol="0" anchor="ctr"/>
          <a:lstStyle/>
          <a:p>
            <a:pPr algn="l"/>
            <a:r>
              <a:rPr sz="2100" b="1">
                <a:solidFill>
                  <a:srgbClr val="000000"/>
                </a:solidFill>
                <a:latin typeface="Aptos"/>
              </a:rPr>
              <a:t>Metabolites</a:t>
            </a:r>
          </a:p>
          <a:p>
            <a:pPr algn="l">
              <a:spcBef>
                <a:spcPts val="300"/>
              </a:spcBef>
            </a:pPr>
            <a:r>
              <a:rPr sz="1250">
                <a:solidFill>
                  <a:srgbClr val="323232"/>
                </a:solidFill>
                <a:latin typeface="Aptos"/>
              </a:rPr>
              <a:t>Nutrients, intermediates, products</a:t>
            </a:r>
          </a:p>
        </p:txBody>
      </p:sp>
      <p:sp>
        <p:nvSpPr>
          <p:cNvPr id="92" name="Rounded Rectangle 91">
            <a:extLst>
              <a:ext uri="{FF2B5EF4-FFF2-40B4-BE49-F238E27FC236}">
                <a16:creationId xmlns:a16="http://schemas.microsoft.com/office/drawing/2014/main" id="{83721331-B3E6-7E63-AD78-70D3E628097D}"/>
              </a:ext>
            </a:extLst>
          </p:cNvPr>
          <p:cNvSpPr/>
          <p:nvPr/>
        </p:nvSpPr>
        <p:spPr>
          <a:xfrm>
            <a:off x="8942832" y="2722891"/>
            <a:ext cx="2918259" cy="966759"/>
          </a:xfrm>
          <a:prstGeom prst="roundRect">
            <a:avLst/>
          </a:prstGeom>
          <a:solidFill>
            <a:srgbClr val="F8FBFC"/>
          </a:solidFill>
          <a:ln w="25400">
            <a:solidFill>
              <a:srgbClr val="46A59B"/>
            </a:solidFill>
          </a:ln>
        </p:spPr>
        <p:style>
          <a:lnRef idx="1">
            <a:schemeClr val="accent1"/>
          </a:lnRef>
          <a:fillRef idx="3">
            <a:schemeClr val="accent1"/>
          </a:fillRef>
          <a:effectRef idx="2">
            <a:schemeClr val="accent1"/>
          </a:effectRef>
          <a:fontRef idx="minor">
            <a:schemeClr val="lt1"/>
          </a:fontRef>
        </p:style>
        <p:txBody>
          <a:bodyPr lIns="164592" tIns="109728" rIns="164592" bIns="109728" rtlCol="0" anchor="ctr"/>
          <a:lstStyle/>
          <a:p>
            <a:pPr algn="ctr"/>
            <a:endParaRPr lang="en-US" sz="2400" b="1" dirty="0">
              <a:solidFill>
                <a:srgbClr val="192D46"/>
              </a:solidFill>
              <a:latin typeface="Aptos"/>
            </a:endParaRPr>
          </a:p>
          <a:p>
            <a:pPr algn="ctr"/>
            <a:r>
              <a:rPr lang="en-US" sz="2400" b="1" dirty="0">
                <a:solidFill>
                  <a:srgbClr val="192D46"/>
                </a:solidFill>
                <a:latin typeface="Aptos"/>
              </a:rPr>
              <a:t>Genome-scale
metabolic model</a:t>
            </a:r>
          </a:p>
          <a:p>
            <a:pPr>
              <a:spcBef>
                <a:spcPts val="700"/>
              </a:spcBef>
              <a:defRPr sz="1250">
                <a:solidFill>
                  <a:srgbClr val="232323"/>
                </a:solidFill>
                <a:latin typeface="Aptos"/>
              </a:defRPr>
            </a:pPr>
            <a:endParaRPr lang="en-US" sz="1400" dirty="0"/>
          </a:p>
        </p:txBody>
      </p:sp>
      <p:cxnSp>
        <p:nvCxnSpPr>
          <p:cNvPr id="104" name="Straight Arrow Connector 103">
            <a:extLst>
              <a:ext uri="{FF2B5EF4-FFF2-40B4-BE49-F238E27FC236}">
                <a16:creationId xmlns:a16="http://schemas.microsoft.com/office/drawing/2014/main" id="{C300FB14-6D64-9396-9B66-6933B6222CA3}"/>
              </a:ext>
            </a:extLst>
          </p:cNvPr>
          <p:cNvCxnSpPr>
            <a:cxnSpLocks/>
            <a:endCxn id="92" idx="1"/>
          </p:cNvCxnSpPr>
          <p:nvPr/>
        </p:nvCxnSpPr>
        <p:spPr>
          <a:xfrm>
            <a:off x="7923275" y="1675334"/>
            <a:ext cx="1019557" cy="1530937"/>
          </a:xfrm>
          <a:prstGeom prst="straightConnector1">
            <a:avLst/>
          </a:prstGeom>
          <a:ln w="38100">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5" name="Straight Arrow Connector 104">
            <a:extLst>
              <a:ext uri="{FF2B5EF4-FFF2-40B4-BE49-F238E27FC236}">
                <a16:creationId xmlns:a16="http://schemas.microsoft.com/office/drawing/2014/main" id="{BE218A61-56A6-8343-A0D3-62A44C2F9F02}"/>
              </a:ext>
            </a:extLst>
          </p:cNvPr>
          <p:cNvCxnSpPr/>
          <p:nvPr/>
        </p:nvCxnSpPr>
        <p:spPr>
          <a:xfrm>
            <a:off x="4058807" y="2603932"/>
            <a:ext cx="973776"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06" name="Straight Arrow Connector 105">
            <a:extLst>
              <a:ext uri="{FF2B5EF4-FFF2-40B4-BE49-F238E27FC236}">
                <a16:creationId xmlns:a16="http://schemas.microsoft.com/office/drawing/2014/main" id="{761B1266-9B07-9A73-ECD6-01A429573351}"/>
              </a:ext>
            </a:extLst>
          </p:cNvPr>
          <p:cNvCxnSpPr/>
          <p:nvPr/>
        </p:nvCxnSpPr>
        <p:spPr>
          <a:xfrm>
            <a:off x="4058807" y="3528378"/>
            <a:ext cx="973776"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107" name="Straight Arrow Connector 106">
            <a:extLst>
              <a:ext uri="{FF2B5EF4-FFF2-40B4-BE49-F238E27FC236}">
                <a16:creationId xmlns:a16="http://schemas.microsoft.com/office/drawing/2014/main" id="{AB5DEA72-6E17-172D-EEBC-C24BC1AF05A9}"/>
              </a:ext>
            </a:extLst>
          </p:cNvPr>
          <p:cNvCxnSpPr/>
          <p:nvPr/>
        </p:nvCxnSpPr>
        <p:spPr>
          <a:xfrm>
            <a:off x="4058807" y="4654555"/>
            <a:ext cx="973776"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108" name="Text Placeholder 4">
            <a:extLst>
              <a:ext uri="{FF2B5EF4-FFF2-40B4-BE49-F238E27FC236}">
                <a16:creationId xmlns:a16="http://schemas.microsoft.com/office/drawing/2014/main" id="{35662ED1-6BA3-77EE-4A7F-2B2C470BE2ED}"/>
              </a:ext>
            </a:extLst>
          </p:cNvPr>
          <p:cNvSpPr txBox="1">
            <a:spLocks/>
          </p:cNvSpPr>
          <p:nvPr/>
        </p:nvSpPr>
        <p:spPr>
          <a:xfrm>
            <a:off x="371475" y="396875"/>
            <a:ext cx="11074291" cy="8683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0"/>
              </a:spcBef>
              <a:buFont typeface="Arial" panose="020B0604020202020204" pitchFamily="34" charset="0"/>
              <a:buChar char="•"/>
              <a:defRPr sz="36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t>From genotype to metabolic phenotype </a:t>
            </a:r>
            <a:endParaRPr lang="en-US" b="1" dirty="0"/>
          </a:p>
        </p:txBody>
      </p:sp>
      <p:cxnSp>
        <p:nvCxnSpPr>
          <p:cNvPr id="110" name="Straight Arrow Connector 109">
            <a:extLst>
              <a:ext uri="{FF2B5EF4-FFF2-40B4-BE49-F238E27FC236}">
                <a16:creationId xmlns:a16="http://schemas.microsoft.com/office/drawing/2014/main" id="{10AD4A5F-23A8-DFC3-B81E-560C5E55AEC4}"/>
              </a:ext>
            </a:extLst>
          </p:cNvPr>
          <p:cNvCxnSpPr>
            <a:cxnSpLocks/>
            <a:endCxn id="92" idx="1"/>
          </p:cNvCxnSpPr>
          <p:nvPr/>
        </p:nvCxnSpPr>
        <p:spPr>
          <a:xfrm>
            <a:off x="7923274" y="2609950"/>
            <a:ext cx="1019558" cy="596321"/>
          </a:xfrm>
          <a:prstGeom prst="straightConnector1">
            <a:avLst/>
          </a:prstGeom>
          <a:ln w="38100">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2" name="Straight Arrow Connector 111">
            <a:extLst>
              <a:ext uri="{FF2B5EF4-FFF2-40B4-BE49-F238E27FC236}">
                <a16:creationId xmlns:a16="http://schemas.microsoft.com/office/drawing/2014/main" id="{7746806C-AF4E-94B9-8A7D-16E3284F4490}"/>
              </a:ext>
            </a:extLst>
          </p:cNvPr>
          <p:cNvCxnSpPr>
            <a:cxnSpLocks/>
            <a:endCxn id="92" idx="1"/>
          </p:cNvCxnSpPr>
          <p:nvPr/>
        </p:nvCxnSpPr>
        <p:spPr>
          <a:xfrm flipV="1">
            <a:off x="7923275" y="3206271"/>
            <a:ext cx="1019557" cy="322107"/>
          </a:xfrm>
          <a:prstGeom prst="straightConnector1">
            <a:avLst/>
          </a:prstGeom>
          <a:ln w="38100">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3" name="Straight Arrow Connector 112">
            <a:extLst>
              <a:ext uri="{FF2B5EF4-FFF2-40B4-BE49-F238E27FC236}">
                <a16:creationId xmlns:a16="http://schemas.microsoft.com/office/drawing/2014/main" id="{E67272D2-BE99-DC98-4072-D0445D0CB586}"/>
              </a:ext>
            </a:extLst>
          </p:cNvPr>
          <p:cNvCxnSpPr>
            <a:cxnSpLocks/>
            <a:endCxn id="92" idx="1"/>
          </p:cNvCxnSpPr>
          <p:nvPr/>
        </p:nvCxnSpPr>
        <p:spPr>
          <a:xfrm flipV="1">
            <a:off x="7913926" y="3206271"/>
            <a:ext cx="1028906" cy="1350500"/>
          </a:xfrm>
          <a:prstGeom prst="straightConnector1">
            <a:avLst/>
          </a:prstGeom>
          <a:ln w="38100">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 name="TextBox 1">
            <a:extLst>
              <a:ext uri="{FF2B5EF4-FFF2-40B4-BE49-F238E27FC236}">
                <a16:creationId xmlns:a16="http://schemas.microsoft.com/office/drawing/2014/main" id="{2DE00552-3206-58A8-334C-B6B2CAD15499}"/>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cxnSp>
        <p:nvCxnSpPr>
          <p:cNvPr id="16" name="Straight Arrow Connector 15">
            <a:extLst>
              <a:ext uri="{FF2B5EF4-FFF2-40B4-BE49-F238E27FC236}">
                <a16:creationId xmlns:a16="http://schemas.microsoft.com/office/drawing/2014/main" id="{5DEDEDD3-0102-F6FE-355B-1AE26E0F5A52}"/>
              </a:ext>
            </a:extLst>
          </p:cNvPr>
          <p:cNvCxnSpPr/>
          <p:nvPr/>
        </p:nvCxnSpPr>
        <p:spPr>
          <a:xfrm>
            <a:off x="4058807" y="1675334"/>
            <a:ext cx="973776"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pic>
        <p:nvPicPr>
          <p:cNvPr id="19" name="Picture 18">
            <a:extLst>
              <a:ext uri="{FF2B5EF4-FFF2-40B4-BE49-F238E27FC236}">
                <a16:creationId xmlns:a16="http://schemas.microsoft.com/office/drawing/2014/main" id="{971EC2D0-CAE4-95B6-C457-0A525509EA7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Tree>
    <p:extLst>
      <p:ext uri="{BB962C8B-B14F-4D97-AF65-F5344CB8AC3E}">
        <p14:creationId xmlns:p14="http://schemas.microsoft.com/office/powerpoint/2010/main" val="6974302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
                                        </p:tgtEl>
                                        <p:attrNameLst>
                                          <p:attrName>style.visibility</p:attrName>
                                        </p:attrNameLst>
                                      </p:cBhvr>
                                      <p:to>
                                        <p:strVal val="visible"/>
                                      </p:to>
                                    </p:set>
                                  </p:childTnLst>
                                </p:cTn>
                              </p:par>
                              <p:par>
                                <p:cTn id="15" presetID="10" presetClass="entr" presetSubtype="0" fill="hold" nodeType="withEffect">
                                  <p:stCondLst>
                                    <p:cond delay="50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7CDB-BB21-5551-AD41-068B73F8EE7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263BD32-EF25-ADC8-AAA2-33553C31CC01}"/>
              </a:ext>
            </a:extLst>
          </p:cNvPr>
          <p:cNvSpPr>
            <a:spLocks noGrp="1"/>
          </p:cNvSpPr>
          <p:nvPr>
            <p:ph type="body" sz="quarter" idx="13"/>
          </p:nvPr>
        </p:nvSpPr>
        <p:spPr>
          <a:xfrm>
            <a:off x="371475" y="396875"/>
            <a:ext cx="11354360" cy="868363"/>
          </a:xfrm>
        </p:spPr>
        <p:txBody>
          <a:bodyPr/>
          <a:lstStyle/>
          <a:p>
            <a:pPr marL="0" indent="0">
              <a:buNone/>
            </a:pPr>
            <a:r>
              <a:rPr lang="en-US" b="1" dirty="0"/>
              <a:t>What is a Genome Scale metabolic model?</a:t>
            </a:r>
          </a:p>
        </p:txBody>
      </p:sp>
      <p:sp>
        <p:nvSpPr>
          <p:cNvPr id="8" name="Text 1">
            <a:extLst>
              <a:ext uri="{FF2B5EF4-FFF2-40B4-BE49-F238E27FC236}">
                <a16:creationId xmlns:a16="http://schemas.microsoft.com/office/drawing/2014/main" id="{28076344-6ADE-FF7C-4B7E-C05E456008AF}"/>
              </a:ext>
            </a:extLst>
          </p:cNvPr>
          <p:cNvSpPr/>
          <p:nvPr/>
        </p:nvSpPr>
        <p:spPr>
          <a:xfrm>
            <a:off x="466165" y="1102379"/>
            <a:ext cx="11062220" cy="538670"/>
          </a:xfrm>
          <a:prstGeom prst="rect">
            <a:avLst/>
          </a:prstGeom>
          <a:noFill/>
          <a:ln/>
        </p:spPr>
        <p:txBody>
          <a:bodyPr wrap="square" lIns="0" tIns="0" rIns="0" bIns="0" rtlCol="0" anchor="ctr"/>
          <a:lstStyle/>
          <a:p>
            <a:r>
              <a:rPr lang="en-US" dirty="0">
                <a:solidFill>
                  <a:srgbClr val="5D6B78"/>
                </a:solidFill>
                <a:latin typeface="Arial"/>
              </a:rPr>
              <a:t>A structured, computable representation of an organism’s metabolism reconstructed using its genome</a:t>
            </a:r>
          </a:p>
          <a:p>
            <a:r>
              <a:rPr lang="en-US" sz="1600" i="1" dirty="0"/>
              <a:t>Links genes → proteins → reactions → metabolites to predict cellular </a:t>
            </a:r>
            <a:r>
              <a:rPr lang="en-US" sz="1600" i="1" dirty="0" err="1"/>
              <a:t>behaviour</a:t>
            </a:r>
            <a:r>
              <a:rPr lang="en-US" sz="1600" i="1" dirty="0"/>
              <a:t>.</a:t>
            </a:r>
            <a:endParaRPr lang="en-US" sz="1600" dirty="0"/>
          </a:p>
          <a:p>
            <a:endParaRPr lang="en-US" sz="1600" i="1" dirty="0">
              <a:solidFill>
                <a:prstClr val="black"/>
              </a:solidFill>
              <a:latin typeface="Arial"/>
            </a:endParaRPr>
          </a:p>
        </p:txBody>
      </p:sp>
      <p:sp>
        <p:nvSpPr>
          <p:cNvPr id="2" name="TextBox 1">
            <a:extLst>
              <a:ext uri="{FF2B5EF4-FFF2-40B4-BE49-F238E27FC236}">
                <a16:creationId xmlns:a16="http://schemas.microsoft.com/office/drawing/2014/main" id="{96404843-8AA2-B762-4DBB-C584EB14B3F3}"/>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pic>
        <p:nvPicPr>
          <p:cNvPr id="4" name="Picture 3">
            <a:extLst>
              <a:ext uri="{FF2B5EF4-FFF2-40B4-BE49-F238E27FC236}">
                <a16:creationId xmlns:a16="http://schemas.microsoft.com/office/drawing/2014/main" id="{6988C313-086E-B810-FFC3-BD5A7842EF73}"/>
              </a:ext>
            </a:extLst>
          </p:cNvPr>
          <p:cNvPicPr>
            <a:picLocks noChangeAspect="1"/>
          </p:cNvPicPr>
          <p:nvPr/>
        </p:nvPicPr>
        <p:blipFill>
          <a:blip r:embed="rId3"/>
          <a:srcRect l="3679" t="18909" r="63760" b="55543"/>
          <a:stretch>
            <a:fillRect/>
          </a:stretch>
        </p:blipFill>
        <p:spPr>
          <a:xfrm>
            <a:off x="1149752" y="1683959"/>
            <a:ext cx="3209786" cy="1678985"/>
          </a:xfrm>
          <a:prstGeom prst="rect">
            <a:avLst/>
          </a:prstGeom>
        </p:spPr>
      </p:pic>
      <p:pic>
        <p:nvPicPr>
          <p:cNvPr id="7" name="Picture 6">
            <a:extLst>
              <a:ext uri="{FF2B5EF4-FFF2-40B4-BE49-F238E27FC236}">
                <a16:creationId xmlns:a16="http://schemas.microsoft.com/office/drawing/2014/main" id="{8707DE82-1277-5235-EEB8-DC9F91EB0514}"/>
              </a:ext>
            </a:extLst>
          </p:cNvPr>
          <p:cNvPicPr>
            <a:picLocks noChangeAspect="1"/>
          </p:cNvPicPr>
          <p:nvPr/>
        </p:nvPicPr>
        <p:blipFill>
          <a:blip r:embed="rId3"/>
          <a:srcRect l="3679" t="47562" r="63760" b="23778"/>
          <a:stretch>
            <a:fillRect/>
          </a:stretch>
        </p:blipFill>
        <p:spPr>
          <a:xfrm>
            <a:off x="1016560" y="3626031"/>
            <a:ext cx="3209786" cy="1883518"/>
          </a:xfrm>
          <a:prstGeom prst="rect">
            <a:avLst/>
          </a:prstGeom>
        </p:spPr>
      </p:pic>
      <p:pic>
        <p:nvPicPr>
          <p:cNvPr id="9" name="Picture 8">
            <a:extLst>
              <a:ext uri="{FF2B5EF4-FFF2-40B4-BE49-F238E27FC236}">
                <a16:creationId xmlns:a16="http://schemas.microsoft.com/office/drawing/2014/main" id="{267E5020-D039-2117-FC40-A07695CB75F4}"/>
              </a:ext>
            </a:extLst>
          </p:cNvPr>
          <p:cNvPicPr>
            <a:picLocks noChangeAspect="1"/>
          </p:cNvPicPr>
          <p:nvPr/>
        </p:nvPicPr>
        <p:blipFill>
          <a:blip r:embed="rId3"/>
          <a:srcRect l="36154" t="20391" r="37001" b="27591"/>
          <a:stretch>
            <a:fillRect/>
          </a:stretch>
        </p:blipFill>
        <p:spPr>
          <a:xfrm>
            <a:off x="4603906" y="2201905"/>
            <a:ext cx="2204847" cy="2848252"/>
          </a:xfrm>
          <a:prstGeom prst="rect">
            <a:avLst/>
          </a:prstGeom>
        </p:spPr>
      </p:pic>
      <p:pic>
        <p:nvPicPr>
          <p:cNvPr id="10" name="Picture 9">
            <a:extLst>
              <a:ext uri="{FF2B5EF4-FFF2-40B4-BE49-F238E27FC236}">
                <a16:creationId xmlns:a16="http://schemas.microsoft.com/office/drawing/2014/main" id="{8F442E13-6891-6284-A4BC-C17E5D511662}"/>
              </a:ext>
            </a:extLst>
          </p:cNvPr>
          <p:cNvPicPr>
            <a:picLocks noChangeAspect="1"/>
          </p:cNvPicPr>
          <p:nvPr/>
        </p:nvPicPr>
        <p:blipFill>
          <a:blip r:embed="rId3"/>
          <a:srcRect l="62897" t="20391" r="3936" b="55831"/>
          <a:stretch>
            <a:fillRect/>
          </a:stretch>
        </p:blipFill>
        <p:spPr>
          <a:xfrm>
            <a:off x="7051253" y="1811509"/>
            <a:ext cx="3076595" cy="1470442"/>
          </a:xfrm>
          <a:prstGeom prst="rect">
            <a:avLst/>
          </a:prstGeom>
        </p:spPr>
      </p:pic>
      <p:pic>
        <p:nvPicPr>
          <p:cNvPr id="11" name="Picture 10">
            <a:extLst>
              <a:ext uri="{FF2B5EF4-FFF2-40B4-BE49-F238E27FC236}">
                <a16:creationId xmlns:a16="http://schemas.microsoft.com/office/drawing/2014/main" id="{1695B23E-E143-26A5-1FD3-284B83C613A2}"/>
              </a:ext>
            </a:extLst>
          </p:cNvPr>
          <p:cNvPicPr>
            <a:picLocks noChangeAspect="1"/>
          </p:cNvPicPr>
          <p:nvPr/>
        </p:nvPicPr>
        <p:blipFill>
          <a:blip r:embed="rId3"/>
          <a:srcRect l="62897" t="45017" r="1037" b="21084"/>
          <a:stretch>
            <a:fillRect/>
          </a:stretch>
        </p:blipFill>
        <p:spPr>
          <a:xfrm>
            <a:off x="7051253" y="3452411"/>
            <a:ext cx="3282966" cy="2057138"/>
          </a:xfrm>
          <a:prstGeom prst="rect">
            <a:avLst/>
          </a:prstGeom>
        </p:spPr>
      </p:pic>
      <p:pic>
        <p:nvPicPr>
          <p:cNvPr id="12" name="Picture 11">
            <a:extLst>
              <a:ext uri="{FF2B5EF4-FFF2-40B4-BE49-F238E27FC236}">
                <a16:creationId xmlns:a16="http://schemas.microsoft.com/office/drawing/2014/main" id="{FE203B65-A6B8-0C2A-38FC-4C56F6138FE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
        <p:nvSpPr>
          <p:cNvPr id="13" name="TextBox 12">
            <a:extLst>
              <a:ext uri="{FF2B5EF4-FFF2-40B4-BE49-F238E27FC236}">
                <a16:creationId xmlns:a16="http://schemas.microsoft.com/office/drawing/2014/main" id="{A2208AE4-0438-D082-8005-DAB233D5B254}"/>
              </a:ext>
            </a:extLst>
          </p:cNvPr>
          <p:cNvSpPr txBox="1"/>
          <p:nvPr/>
        </p:nvSpPr>
        <p:spPr>
          <a:xfrm>
            <a:off x="0" y="6581001"/>
            <a:ext cx="9167446" cy="276999"/>
          </a:xfrm>
          <a:prstGeom prst="rect">
            <a:avLst/>
          </a:prstGeom>
          <a:noFill/>
        </p:spPr>
        <p:txBody>
          <a:bodyPr wrap="square" rtlCol="0">
            <a:spAutoFit/>
          </a:bodyPr>
          <a:lstStyle/>
          <a:p>
            <a:r>
              <a:rPr lang="en-US" sz="1200" i="1" dirty="0"/>
              <a:t>Image created using </a:t>
            </a:r>
            <a:r>
              <a:rPr lang="en-US" sz="1200" i="1" dirty="0" err="1"/>
              <a:t>Biorender</a:t>
            </a:r>
            <a:endParaRPr lang="en-US" sz="1200" i="1" dirty="0"/>
          </a:p>
        </p:txBody>
      </p:sp>
    </p:spTree>
    <p:extLst>
      <p:ext uri="{BB962C8B-B14F-4D97-AF65-F5344CB8AC3E}">
        <p14:creationId xmlns:p14="http://schemas.microsoft.com/office/powerpoint/2010/main" val="240025036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7CDB-BB21-5551-AD41-068B73F8EE7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24086C4-EF6E-B04C-CE89-1F351A331F1E}"/>
              </a:ext>
            </a:extLst>
          </p:cNvPr>
          <p:cNvSpPr>
            <a:spLocks noGrp="1"/>
          </p:cNvSpPr>
          <p:nvPr>
            <p:ph type="body" sz="quarter" idx="13"/>
          </p:nvPr>
        </p:nvSpPr>
        <p:spPr>
          <a:xfrm>
            <a:off x="371475" y="396876"/>
            <a:ext cx="6732637" cy="639716"/>
          </a:xfrm>
        </p:spPr>
        <p:txBody>
          <a:bodyPr/>
          <a:lstStyle/>
          <a:p>
            <a:pPr marL="0" indent="0">
              <a:buNone/>
            </a:pPr>
            <a:r>
              <a:rPr lang="en-US" b="1" dirty="0"/>
              <a:t>Approaches</a:t>
            </a:r>
          </a:p>
        </p:txBody>
      </p:sp>
      <p:sp>
        <p:nvSpPr>
          <p:cNvPr id="3" name="TextBox 2">
            <a:extLst>
              <a:ext uri="{FF2B5EF4-FFF2-40B4-BE49-F238E27FC236}">
                <a16:creationId xmlns:a16="http://schemas.microsoft.com/office/drawing/2014/main" id="{13E24013-7A86-1687-5091-9BC90E5E439E}"/>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pic>
        <p:nvPicPr>
          <p:cNvPr id="4" name="Picture 3">
            <a:extLst>
              <a:ext uri="{FF2B5EF4-FFF2-40B4-BE49-F238E27FC236}">
                <a16:creationId xmlns:a16="http://schemas.microsoft.com/office/drawing/2014/main" id="{EE6BC9F6-8551-5472-A952-30150908F06E}"/>
              </a:ext>
            </a:extLst>
          </p:cNvPr>
          <p:cNvPicPr>
            <a:picLocks noChangeAspect="1"/>
          </p:cNvPicPr>
          <p:nvPr/>
        </p:nvPicPr>
        <p:blipFill>
          <a:blip r:embed="rId3"/>
          <a:stretch>
            <a:fillRect/>
          </a:stretch>
        </p:blipFill>
        <p:spPr>
          <a:xfrm>
            <a:off x="5324431" y="1771871"/>
            <a:ext cx="5760257" cy="2658580"/>
          </a:xfrm>
          <a:prstGeom prst="rect">
            <a:avLst/>
          </a:prstGeom>
        </p:spPr>
      </p:pic>
      <p:pic>
        <p:nvPicPr>
          <p:cNvPr id="8" name="Picture 7">
            <a:extLst>
              <a:ext uri="{FF2B5EF4-FFF2-40B4-BE49-F238E27FC236}">
                <a16:creationId xmlns:a16="http://schemas.microsoft.com/office/drawing/2014/main" id="{038C7E6C-B5B6-ABBA-BFAB-4E87748A9939}"/>
              </a:ext>
            </a:extLst>
          </p:cNvPr>
          <p:cNvPicPr>
            <a:picLocks noChangeAspect="1"/>
          </p:cNvPicPr>
          <p:nvPr/>
        </p:nvPicPr>
        <p:blipFill>
          <a:blip r:embed="rId4"/>
          <a:stretch>
            <a:fillRect/>
          </a:stretch>
        </p:blipFill>
        <p:spPr>
          <a:xfrm>
            <a:off x="929743" y="1265238"/>
            <a:ext cx="4124778" cy="3759894"/>
          </a:xfrm>
          <a:prstGeom prst="rect">
            <a:avLst/>
          </a:prstGeom>
        </p:spPr>
      </p:pic>
      <p:sp>
        <p:nvSpPr>
          <p:cNvPr id="9" name="TextBox 8">
            <a:extLst>
              <a:ext uri="{FF2B5EF4-FFF2-40B4-BE49-F238E27FC236}">
                <a16:creationId xmlns:a16="http://schemas.microsoft.com/office/drawing/2014/main" id="{0620863E-2138-0560-58BD-84B35B61F6F9}"/>
              </a:ext>
            </a:extLst>
          </p:cNvPr>
          <p:cNvSpPr txBox="1"/>
          <p:nvPr/>
        </p:nvSpPr>
        <p:spPr>
          <a:xfrm>
            <a:off x="6096000" y="5165731"/>
            <a:ext cx="4664598" cy="369332"/>
          </a:xfrm>
          <a:prstGeom prst="rect">
            <a:avLst/>
          </a:prstGeom>
          <a:noFill/>
        </p:spPr>
        <p:txBody>
          <a:bodyPr wrap="square" rtlCol="0">
            <a:spAutoFit/>
          </a:bodyPr>
          <a:lstStyle/>
          <a:p>
            <a:pPr algn="ctr"/>
            <a:r>
              <a:rPr lang="en-US" b="1" dirty="0"/>
              <a:t>Bottom-up approach</a:t>
            </a:r>
          </a:p>
        </p:txBody>
      </p:sp>
      <p:sp>
        <p:nvSpPr>
          <p:cNvPr id="10" name="TextBox 9">
            <a:extLst>
              <a:ext uri="{FF2B5EF4-FFF2-40B4-BE49-F238E27FC236}">
                <a16:creationId xmlns:a16="http://schemas.microsoft.com/office/drawing/2014/main" id="{B22C6012-7BAB-DE1A-9451-9E9E8B02FE14}"/>
              </a:ext>
            </a:extLst>
          </p:cNvPr>
          <p:cNvSpPr txBox="1"/>
          <p:nvPr/>
        </p:nvSpPr>
        <p:spPr>
          <a:xfrm>
            <a:off x="659833" y="5198721"/>
            <a:ext cx="4664598" cy="369332"/>
          </a:xfrm>
          <a:prstGeom prst="rect">
            <a:avLst/>
          </a:prstGeom>
          <a:noFill/>
        </p:spPr>
        <p:txBody>
          <a:bodyPr wrap="square" rtlCol="0">
            <a:spAutoFit/>
          </a:bodyPr>
          <a:lstStyle/>
          <a:p>
            <a:pPr algn="ctr"/>
            <a:r>
              <a:rPr lang="en-US" b="1" dirty="0"/>
              <a:t>Top-down approach</a:t>
            </a:r>
          </a:p>
        </p:txBody>
      </p:sp>
      <p:pic>
        <p:nvPicPr>
          <p:cNvPr id="11" name="Picture 10">
            <a:extLst>
              <a:ext uri="{FF2B5EF4-FFF2-40B4-BE49-F238E27FC236}">
                <a16:creationId xmlns:a16="http://schemas.microsoft.com/office/drawing/2014/main" id="{2653C7C8-8A9C-14EE-9390-E74314F7EF9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
        <p:nvSpPr>
          <p:cNvPr id="12" name="TextBox 11">
            <a:extLst>
              <a:ext uri="{FF2B5EF4-FFF2-40B4-BE49-F238E27FC236}">
                <a16:creationId xmlns:a16="http://schemas.microsoft.com/office/drawing/2014/main" id="{8886A240-8153-E475-A085-EA8E72B1B0D0}"/>
              </a:ext>
            </a:extLst>
          </p:cNvPr>
          <p:cNvSpPr txBox="1"/>
          <p:nvPr/>
        </p:nvSpPr>
        <p:spPr>
          <a:xfrm>
            <a:off x="0" y="6581001"/>
            <a:ext cx="9167446" cy="276999"/>
          </a:xfrm>
          <a:prstGeom prst="rect">
            <a:avLst/>
          </a:prstGeom>
          <a:noFill/>
        </p:spPr>
        <p:txBody>
          <a:bodyPr wrap="square" rtlCol="0">
            <a:spAutoFit/>
          </a:bodyPr>
          <a:lstStyle/>
          <a:p>
            <a:r>
              <a:rPr lang="en-US" sz="1200" dirty="0"/>
              <a:t>Adapted from </a:t>
            </a:r>
            <a:r>
              <a:rPr lang="en-US" sz="1200" dirty="0" err="1"/>
              <a:t>Macado</a:t>
            </a:r>
            <a:r>
              <a:rPr lang="en-US" sz="1200" dirty="0"/>
              <a:t> D </a:t>
            </a:r>
            <a:r>
              <a:rPr lang="en-US" sz="1200" i="1" dirty="0"/>
              <a:t>Nucleic Acids Research, 2018</a:t>
            </a:r>
          </a:p>
        </p:txBody>
      </p:sp>
    </p:spTree>
    <p:extLst>
      <p:ext uri="{BB962C8B-B14F-4D97-AF65-F5344CB8AC3E}">
        <p14:creationId xmlns:p14="http://schemas.microsoft.com/office/powerpoint/2010/main" val="38772035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7CDB-BB21-5551-AD41-068B73F8EE7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32F05B0-0342-C14C-831C-047FA0053843}"/>
              </a:ext>
            </a:extLst>
          </p:cNvPr>
          <p:cNvSpPr txBox="1"/>
          <p:nvPr/>
        </p:nvSpPr>
        <p:spPr>
          <a:xfrm>
            <a:off x="156596" y="5352054"/>
            <a:ext cx="5667741" cy="369332"/>
          </a:xfrm>
          <a:prstGeom prst="rect">
            <a:avLst/>
          </a:prstGeom>
          <a:noFill/>
        </p:spPr>
        <p:txBody>
          <a:bodyPr wrap="square" rtlCol="0">
            <a:spAutoFit/>
          </a:bodyPr>
          <a:lstStyle/>
          <a:p>
            <a:pPr algn="ctr"/>
            <a:r>
              <a:rPr lang="en-US" b="1" dirty="0"/>
              <a:t>Genetic evidence dependence on universal model</a:t>
            </a:r>
          </a:p>
        </p:txBody>
      </p:sp>
      <p:sp>
        <p:nvSpPr>
          <p:cNvPr id="8" name="TextBox 7">
            <a:extLst>
              <a:ext uri="{FF2B5EF4-FFF2-40B4-BE49-F238E27FC236}">
                <a16:creationId xmlns:a16="http://schemas.microsoft.com/office/drawing/2014/main" id="{A53F3153-A2A8-E731-3655-85FEF0D29FD3}"/>
              </a:ext>
            </a:extLst>
          </p:cNvPr>
          <p:cNvSpPr txBox="1"/>
          <p:nvPr/>
        </p:nvSpPr>
        <p:spPr>
          <a:xfrm>
            <a:off x="6603180" y="5352054"/>
            <a:ext cx="5667741" cy="369332"/>
          </a:xfrm>
          <a:prstGeom prst="rect">
            <a:avLst/>
          </a:prstGeom>
          <a:noFill/>
        </p:spPr>
        <p:txBody>
          <a:bodyPr wrap="square" rtlCol="0">
            <a:spAutoFit/>
          </a:bodyPr>
          <a:lstStyle/>
          <a:p>
            <a:pPr algn="ctr"/>
            <a:r>
              <a:rPr lang="en-US" b="1" dirty="0"/>
              <a:t>Iterative addition of reactions to fill gaps</a:t>
            </a:r>
          </a:p>
        </p:txBody>
      </p:sp>
      <p:pic>
        <p:nvPicPr>
          <p:cNvPr id="9" name="Picture 8">
            <a:extLst>
              <a:ext uri="{FF2B5EF4-FFF2-40B4-BE49-F238E27FC236}">
                <a16:creationId xmlns:a16="http://schemas.microsoft.com/office/drawing/2014/main" id="{472E4D83-D350-5291-8B26-B2A88279EDD8}"/>
              </a:ext>
            </a:extLst>
          </p:cNvPr>
          <p:cNvPicPr>
            <a:picLocks noChangeAspect="1"/>
          </p:cNvPicPr>
          <p:nvPr/>
        </p:nvPicPr>
        <p:blipFill>
          <a:blip r:embed="rId3"/>
          <a:stretch>
            <a:fillRect/>
          </a:stretch>
        </p:blipFill>
        <p:spPr>
          <a:xfrm>
            <a:off x="7838109" y="1547090"/>
            <a:ext cx="3618823" cy="3688173"/>
          </a:xfrm>
          <a:prstGeom prst="rect">
            <a:avLst/>
          </a:prstGeom>
        </p:spPr>
      </p:pic>
      <p:pic>
        <p:nvPicPr>
          <p:cNvPr id="10" name="Picture 9">
            <a:extLst>
              <a:ext uri="{FF2B5EF4-FFF2-40B4-BE49-F238E27FC236}">
                <a16:creationId xmlns:a16="http://schemas.microsoft.com/office/drawing/2014/main" id="{1B88E88A-102E-F4D8-2E3D-2785175DE68B}"/>
              </a:ext>
            </a:extLst>
          </p:cNvPr>
          <p:cNvPicPr>
            <a:picLocks noChangeAspect="1"/>
          </p:cNvPicPr>
          <p:nvPr/>
        </p:nvPicPr>
        <p:blipFill>
          <a:blip r:embed="rId4"/>
          <a:stretch>
            <a:fillRect/>
          </a:stretch>
        </p:blipFill>
        <p:spPr>
          <a:xfrm>
            <a:off x="1267495" y="1571770"/>
            <a:ext cx="3445945" cy="3714460"/>
          </a:xfrm>
          <a:prstGeom prst="rect">
            <a:avLst/>
          </a:prstGeom>
        </p:spPr>
      </p:pic>
      <p:pic>
        <p:nvPicPr>
          <p:cNvPr id="11" name="Picture 10">
            <a:extLst>
              <a:ext uri="{FF2B5EF4-FFF2-40B4-BE49-F238E27FC236}">
                <a16:creationId xmlns:a16="http://schemas.microsoft.com/office/drawing/2014/main" id="{210BC210-35C3-98E4-63FC-BB14B1852A13}"/>
              </a:ext>
            </a:extLst>
          </p:cNvPr>
          <p:cNvPicPr>
            <a:picLocks noChangeAspect="1"/>
          </p:cNvPicPr>
          <p:nvPr/>
        </p:nvPicPr>
        <p:blipFill>
          <a:blip r:embed="rId5"/>
          <a:stretch>
            <a:fillRect/>
          </a:stretch>
        </p:blipFill>
        <p:spPr>
          <a:xfrm>
            <a:off x="523875" y="1317069"/>
            <a:ext cx="818034" cy="745669"/>
          </a:xfrm>
          <a:prstGeom prst="rect">
            <a:avLst/>
          </a:prstGeom>
        </p:spPr>
      </p:pic>
      <p:pic>
        <p:nvPicPr>
          <p:cNvPr id="12" name="Picture 11">
            <a:extLst>
              <a:ext uri="{FF2B5EF4-FFF2-40B4-BE49-F238E27FC236}">
                <a16:creationId xmlns:a16="http://schemas.microsoft.com/office/drawing/2014/main" id="{16C00F5B-6A37-E8A1-5933-7E7EB540C9B4}"/>
              </a:ext>
            </a:extLst>
          </p:cNvPr>
          <p:cNvPicPr>
            <a:picLocks noChangeAspect="1"/>
          </p:cNvPicPr>
          <p:nvPr/>
        </p:nvPicPr>
        <p:blipFill>
          <a:blip r:embed="rId6"/>
          <a:stretch>
            <a:fillRect/>
          </a:stretch>
        </p:blipFill>
        <p:spPr>
          <a:xfrm>
            <a:off x="6603180" y="1269915"/>
            <a:ext cx="1469908" cy="678419"/>
          </a:xfrm>
          <a:prstGeom prst="rect">
            <a:avLst/>
          </a:prstGeom>
        </p:spPr>
      </p:pic>
      <p:sp>
        <p:nvSpPr>
          <p:cNvPr id="14" name="TextBox 13">
            <a:extLst>
              <a:ext uri="{FF2B5EF4-FFF2-40B4-BE49-F238E27FC236}">
                <a16:creationId xmlns:a16="http://schemas.microsoft.com/office/drawing/2014/main" id="{37CEF3AB-AAE6-381D-B15B-65AD9E31C654}"/>
              </a:ext>
            </a:extLst>
          </p:cNvPr>
          <p:cNvSpPr txBox="1"/>
          <p:nvPr/>
        </p:nvSpPr>
        <p:spPr>
          <a:xfrm>
            <a:off x="658167" y="1036592"/>
            <a:ext cx="4664598" cy="369332"/>
          </a:xfrm>
          <a:prstGeom prst="rect">
            <a:avLst/>
          </a:prstGeom>
          <a:noFill/>
        </p:spPr>
        <p:txBody>
          <a:bodyPr wrap="square" rtlCol="0">
            <a:spAutoFit/>
          </a:bodyPr>
          <a:lstStyle/>
          <a:p>
            <a:pPr algn="ctr"/>
            <a:r>
              <a:rPr lang="en-US" b="1" dirty="0"/>
              <a:t>Top-down approach</a:t>
            </a:r>
          </a:p>
        </p:txBody>
      </p:sp>
      <p:sp>
        <p:nvSpPr>
          <p:cNvPr id="15" name="TextBox 14">
            <a:extLst>
              <a:ext uri="{FF2B5EF4-FFF2-40B4-BE49-F238E27FC236}">
                <a16:creationId xmlns:a16="http://schemas.microsoft.com/office/drawing/2014/main" id="{B74691E9-11AC-CF8F-EA3F-DE2AE5D54D98}"/>
              </a:ext>
            </a:extLst>
          </p:cNvPr>
          <p:cNvSpPr txBox="1"/>
          <p:nvPr/>
        </p:nvSpPr>
        <p:spPr>
          <a:xfrm>
            <a:off x="7104112" y="977504"/>
            <a:ext cx="4664598" cy="369332"/>
          </a:xfrm>
          <a:prstGeom prst="rect">
            <a:avLst/>
          </a:prstGeom>
          <a:noFill/>
        </p:spPr>
        <p:txBody>
          <a:bodyPr wrap="square" rtlCol="0">
            <a:spAutoFit/>
          </a:bodyPr>
          <a:lstStyle/>
          <a:p>
            <a:pPr algn="ctr"/>
            <a:r>
              <a:rPr lang="en-US" b="1" dirty="0"/>
              <a:t>Bottom-up approach</a:t>
            </a:r>
          </a:p>
        </p:txBody>
      </p:sp>
      <p:pic>
        <p:nvPicPr>
          <p:cNvPr id="16" name="Picture 15">
            <a:extLst>
              <a:ext uri="{FF2B5EF4-FFF2-40B4-BE49-F238E27FC236}">
                <a16:creationId xmlns:a16="http://schemas.microsoft.com/office/drawing/2014/main" id="{2CF35A49-772E-C2FF-E0CF-D7FC06A04754}"/>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
        <p:nvSpPr>
          <p:cNvPr id="17" name="Text Placeholder 4">
            <a:extLst>
              <a:ext uri="{FF2B5EF4-FFF2-40B4-BE49-F238E27FC236}">
                <a16:creationId xmlns:a16="http://schemas.microsoft.com/office/drawing/2014/main" id="{67124762-B4FA-6944-C019-BF3774C20D74}"/>
              </a:ext>
            </a:extLst>
          </p:cNvPr>
          <p:cNvSpPr txBox="1">
            <a:spLocks/>
          </p:cNvSpPr>
          <p:nvPr/>
        </p:nvSpPr>
        <p:spPr>
          <a:xfrm>
            <a:off x="371475" y="396876"/>
            <a:ext cx="6732637" cy="6397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0"/>
              </a:spcBef>
              <a:buFont typeface="Arial" panose="020B0604020202020204" pitchFamily="34" charset="0"/>
              <a:buChar char="•"/>
              <a:defRPr sz="36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a:t>Approaches</a:t>
            </a:r>
            <a:endParaRPr lang="en-US" b="1" dirty="0"/>
          </a:p>
        </p:txBody>
      </p:sp>
      <p:sp>
        <p:nvSpPr>
          <p:cNvPr id="18" name="TextBox 17">
            <a:extLst>
              <a:ext uri="{FF2B5EF4-FFF2-40B4-BE49-F238E27FC236}">
                <a16:creationId xmlns:a16="http://schemas.microsoft.com/office/drawing/2014/main" id="{AC6A96FA-FC2A-B0FB-00DF-BDFB86A31C1C}"/>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spTree>
    <p:extLst>
      <p:ext uri="{BB962C8B-B14F-4D97-AF65-F5344CB8AC3E}">
        <p14:creationId xmlns:p14="http://schemas.microsoft.com/office/powerpoint/2010/main" val="31386015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4F6A9A2-A84F-1194-490C-6547F4932370}"/>
              </a:ext>
            </a:extLst>
          </p:cNvPr>
          <p:cNvSpPr>
            <a:spLocks noGrp="1"/>
          </p:cNvSpPr>
          <p:nvPr>
            <p:ph type="body" sz="quarter" idx="12"/>
          </p:nvPr>
        </p:nvSpPr>
        <p:spPr>
          <a:xfrm>
            <a:off x="407987" y="1265238"/>
            <a:ext cx="11412538" cy="4643438"/>
          </a:xfrm>
        </p:spPr>
        <p:txBody>
          <a:bodyPr>
            <a:normAutofit fontScale="92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 </a:t>
            </a:r>
          </a:p>
          <a:p>
            <a:endParaRPr lang="en-US" dirty="0"/>
          </a:p>
          <a:p>
            <a:endParaRPr lang="en-US" dirty="0"/>
          </a:p>
        </p:txBody>
      </p:sp>
      <p:sp>
        <p:nvSpPr>
          <p:cNvPr id="4" name="Text Placeholder 3">
            <a:extLst>
              <a:ext uri="{FF2B5EF4-FFF2-40B4-BE49-F238E27FC236}">
                <a16:creationId xmlns:a16="http://schemas.microsoft.com/office/drawing/2014/main" id="{7CAA8876-0448-F554-77F5-C5252371F1CF}"/>
              </a:ext>
            </a:extLst>
          </p:cNvPr>
          <p:cNvSpPr>
            <a:spLocks noGrp="1"/>
          </p:cNvSpPr>
          <p:nvPr>
            <p:ph type="body" sz="quarter" idx="13"/>
          </p:nvPr>
        </p:nvSpPr>
        <p:spPr/>
        <p:txBody>
          <a:bodyPr/>
          <a:lstStyle/>
          <a:p>
            <a:pPr marL="0" indent="0">
              <a:buNone/>
            </a:pPr>
            <a:r>
              <a:rPr lang="en-US" b="1" dirty="0"/>
              <a:t>Tools</a:t>
            </a:r>
          </a:p>
        </p:txBody>
      </p:sp>
      <p:grpSp>
        <p:nvGrpSpPr>
          <p:cNvPr id="8" name="Group 7">
            <a:extLst>
              <a:ext uri="{FF2B5EF4-FFF2-40B4-BE49-F238E27FC236}">
                <a16:creationId xmlns:a16="http://schemas.microsoft.com/office/drawing/2014/main" id="{522961B2-9B73-F63A-7EEB-AED497EB6B50}"/>
              </a:ext>
            </a:extLst>
          </p:cNvPr>
          <p:cNvGrpSpPr/>
          <p:nvPr/>
        </p:nvGrpSpPr>
        <p:grpSpPr>
          <a:xfrm>
            <a:off x="676285" y="2098437"/>
            <a:ext cx="4127449" cy="868363"/>
            <a:chOff x="7140624" y="396875"/>
            <a:chExt cx="4127449" cy="868363"/>
          </a:xfrm>
        </p:grpSpPr>
        <p:pic>
          <p:nvPicPr>
            <p:cNvPr id="5" name="Picture 4">
              <a:extLst>
                <a:ext uri="{FF2B5EF4-FFF2-40B4-BE49-F238E27FC236}">
                  <a16:creationId xmlns:a16="http://schemas.microsoft.com/office/drawing/2014/main" id="{E57B7DCF-20CE-348D-4E81-04C5D0A9A84F}"/>
                </a:ext>
              </a:extLst>
            </p:cNvPr>
            <p:cNvPicPr>
              <a:picLocks noChangeAspect="1"/>
            </p:cNvPicPr>
            <p:nvPr/>
          </p:nvPicPr>
          <p:blipFill>
            <a:blip r:embed="rId2"/>
            <a:stretch>
              <a:fillRect/>
            </a:stretch>
          </p:blipFill>
          <p:spPr>
            <a:xfrm>
              <a:off x="7140624" y="396875"/>
              <a:ext cx="898756" cy="868363"/>
            </a:xfrm>
            <a:prstGeom prst="rect">
              <a:avLst/>
            </a:prstGeom>
          </p:spPr>
        </p:pic>
        <p:pic>
          <p:nvPicPr>
            <p:cNvPr id="7" name="Picture 6">
              <a:extLst>
                <a:ext uri="{FF2B5EF4-FFF2-40B4-BE49-F238E27FC236}">
                  <a16:creationId xmlns:a16="http://schemas.microsoft.com/office/drawing/2014/main" id="{479C5EE6-7464-A610-A636-32FD08D4E995}"/>
                </a:ext>
              </a:extLst>
            </p:cNvPr>
            <p:cNvPicPr>
              <a:picLocks noChangeAspect="1"/>
            </p:cNvPicPr>
            <p:nvPr/>
          </p:nvPicPr>
          <p:blipFill>
            <a:blip r:embed="rId3"/>
            <a:stretch>
              <a:fillRect/>
            </a:stretch>
          </p:blipFill>
          <p:spPr>
            <a:xfrm>
              <a:off x="8039380" y="521260"/>
              <a:ext cx="3228693" cy="619591"/>
            </a:xfrm>
            <a:prstGeom prst="rect">
              <a:avLst/>
            </a:prstGeom>
          </p:spPr>
        </p:pic>
      </p:grpSp>
      <p:pic>
        <p:nvPicPr>
          <p:cNvPr id="9" name="Picture 8" descr="logo_300px.png">
            <a:extLst>
              <a:ext uri="{FF2B5EF4-FFF2-40B4-BE49-F238E27FC236}">
                <a16:creationId xmlns:a16="http://schemas.microsoft.com/office/drawing/2014/main" id="{D18983AC-6746-8BAC-C456-E2381E2A3CB5}"/>
              </a:ext>
            </a:extLst>
          </p:cNvPr>
          <p:cNvPicPr>
            <a:picLocks noChangeAspect="1"/>
          </p:cNvPicPr>
          <p:nvPr/>
        </p:nvPicPr>
        <p:blipFill>
          <a:blip r:embed="rId4"/>
          <a:stretch>
            <a:fillRect/>
          </a:stretch>
        </p:blipFill>
        <p:spPr>
          <a:xfrm>
            <a:off x="902911" y="3224645"/>
            <a:ext cx="1344260" cy="1344260"/>
          </a:xfrm>
          <a:prstGeom prst="rect">
            <a:avLst/>
          </a:prstGeom>
        </p:spPr>
      </p:pic>
      <p:pic>
        <p:nvPicPr>
          <p:cNvPr id="10" name="Picture 9">
            <a:extLst>
              <a:ext uri="{FF2B5EF4-FFF2-40B4-BE49-F238E27FC236}">
                <a16:creationId xmlns:a16="http://schemas.microsoft.com/office/drawing/2014/main" id="{F043A334-5D23-5E92-729A-5501C9E5F220}"/>
              </a:ext>
            </a:extLst>
          </p:cNvPr>
          <p:cNvPicPr>
            <a:picLocks noChangeAspect="1"/>
          </p:cNvPicPr>
          <p:nvPr/>
        </p:nvPicPr>
        <p:blipFill>
          <a:blip r:embed="rId5"/>
          <a:stretch>
            <a:fillRect/>
          </a:stretch>
        </p:blipFill>
        <p:spPr>
          <a:xfrm>
            <a:off x="2647101" y="3224645"/>
            <a:ext cx="1835150" cy="1562100"/>
          </a:xfrm>
          <a:prstGeom prst="rect">
            <a:avLst/>
          </a:prstGeom>
        </p:spPr>
      </p:pic>
      <p:pic>
        <p:nvPicPr>
          <p:cNvPr id="11" name="Picture 10">
            <a:extLst>
              <a:ext uri="{FF2B5EF4-FFF2-40B4-BE49-F238E27FC236}">
                <a16:creationId xmlns:a16="http://schemas.microsoft.com/office/drawing/2014/main" id="{36C37483-605B-8C1D-F4E6-07BDC0C98129}"/>
              </a:ext>
            </a:extLst>
          </p:cNvPr>
          <p:cNvPicPr>
            <a:picLocks noChangeAspect="1"/>
          </p:cNvPicPr>
          <p:nvPr/>
        </p:nvPicPr>
        <p:blipFill>
          <a:blip r:embed="rId6"/>
          <a:stretch>
            <a:fillRect/>
          </a:stretch>
        </p:blipFill>
        <p:spPr>
          <a:xfrm>
            <a:off x="493893" y="964498"/>
            <a:ext cx="1081147" cy="985506"/>
          </a:xfrm>
          <a:prstGeom prst="rect">
            <a:avLst/>
          </a:prstGeom>
        </p:spPr>
      </p:pic>
      <p:pic>
        <p:nvPicPr>
          <p:cNvPr id="12" name="Picture 11">
            <a:extLst>
              <a:ext uri="{FF2B5EF4-FFF2-40B4-BE49-F238E27FC236}">
                <a16:creationId xmlns:a16="http://schemas.microsoft.com/office/drawing/2014/main" id="{88D157FA-51EB-133E-9D00-BA81AA7DB352}"/>
              </a:ext>
            </a:extLst>
          </p:cNvPr>
          <p:cNvPicPr>
            <a:picLocks noChangeAspect="1"/>
          </p:cNvPicPr>
          <p:nvPr/>
        </p:nvPicPr>
        <p:blipFill>
          <a:blip r:embed="rId7"/>
          <a:stretch>
            <a:fillRect/>
          </a:stretch>
        </p:blipFill>
        <p:spPr>
          <a:xfrm>
            <a:off x="6591604" y="1015886"/>
            <a:ext cx="1846033" cy="852015"/>
          </a:xfrm>
          <a:prstGeom prst="rect">
            <a:avLst/>
          </a:prstGeom>
        </p:spPr>
      </p:pic>
      <p:pic>
        <p:nvPicPr>
          <p:cNvPr id="13" name="Picture 12">
            <a:extLst>
              <a:ext uri="{FF2B5EF4-FFF2-40B4-BE49-F238E27FC236}">
                <a16:creationId xmlns:a16="http://schemas.microsoft.com/office/drawing/2014/main" id="{982BD4C9-2304-0F15-6B2A-6815E2D8E28D}"/>
              </a:ext>
            </a:extLst>
          </p:cNvPr>
          <p:cNvPicPr>
            <a:picLocks noChangeAspect="1"/>
          </p:cNvPicPr>
          <p:nvPr/>
        </p:nvPicPr>
        <p:blipFill>
          <a:blip r:embed="rId8"/>
          <a:stretch>
            <a:fillRect/>
          </a:stretch>
        </p:blipFill>
        <p:spPr>
          <a:xfrm>
            <a:off x="6474013" y="1924959"/>
            <a:ext cx="3175000" cy="838200"/>
          </a:xfrm>
          <a:prstGeom prst="rect">
            <a:avLst/>
          </a:prstGeom>
        </p:spPr>
      </p:pic>
      <p:pic>
        <p:nvPicPr>
          <p:cNvPr id="14" name="Picture 13">
            <a:extLst>
              <a:ext uri="{FF2B5EF4-FFF2-40B4-BE49-F238E27FC236}">
                <a16:creationId xmlns:a16="http://schemas.microsoft.com/office/drawing/2014/main" id="{FCC33F45-6C89-1404-3F4A-9DA9794D8ED6}"/>
              </a:ext>
            </a:extLst>
          </p:cNvPr>
          <p:cNvPicPr>
            <a:picLocks noChangeAspect="1"/>
          </p:cNvPicPr>
          <p:nvPr/>
        </p:nvPicPr>
        <p:blipFill>
          <a:blip r:embed="rId9"/>
          <a:stretch>
            <a:fillRect/>
          </a:stretch>
        </p:blipFill>
        <p:spPr>
          <a:xfrm>
            <a:off x="8313197" y="2520974"/>
            <a:ext cx="3663950" cy="1085850"/>
          </a:xfrm>
          <a:prstGeom prst="rect">
            <a:avLst/>
          </a:prstGeom>
        </p:spPr>
      </p:pic>
      <p:pic>
        <p:nvPicPr>
          <p:cNvPr id="15" name="Picture 14">
            <a:extLst>
              <a:ext uri="{FF2B5EF4-FFF2-40B4-BE49-F238E27FC236}">
                <a16:creationId xmlns:a16="http://schemas.microsoft.com/office/drawing/2014/main" id="{729B947E-9863-3D26-711F-380CC864C508}"/>
              </a:ext>
            </a:extLst>
          </p:cNvPr>
          <p:cNvPicPr>
            <a:picLocks noChangeAspect="1"/>
          </p:cNvPicPr>
          <p:nvPr/>
        </p:nvPicPr>
        <p:blipFill>
          <a:blip r:embed="rId10"/>
          <a:stretch>
            <a:fillRect/>
          </a:stretch>
        </p:blipFill>
        <p:spPr>
          <a:xfrm>
            <a:off x="5819795" y="2629717"/>
            <a:ext cx="2493402" cy="868363"/>
          </a:xfrm>
          <a:prstGeom prst="rect">
            <a:avLst/>
          </a:prstGeom>
        </p:spPr>
      </p:pic>
      <p:pic>
        <p:nvPicPr>
          <p:cNvPr id="16" name="Picture 15">
            <a:extLst>
              <a:ext uri="{FF2B5EF4-FFF2-40B4-BE49-F238E27FC236}">
                <a16:creationId xmlns:a16="http://schemas.microsoft.com/office/drawing/2014/main" id="{A563659B-BFEA-347B-2AB8-CFB76FE353C6}"/>
              </a:ext>
            </a:extLst>
          </p:cNvPr>
          <p:cNvPicPr>
            <a:picLocks noChangeAspect="1"/>
          </p:cNvPicPr>
          <p:nvPr/>
        </p:nvPicPr>
        <p:blipFill>
          <a:blip r:embed="rId11"/>
          <a:stretch>
            <a:fillRect/>
          </a:stretch>
        </p:blipFill>
        <p:spPr>
          <a:xfrm>
            <a:off x="6543863" y="3555138"/>
            <a:ext cx="3035300" cy="647700"/>
          </a:xfrm>
          <a:prstGeom prst="rect">
            <a:avLst/>
          </a:prstGeom>
        </p:spPr>
      </p:pic>
      <p:pic>
        <p:nvPicPr>
          <p:cNvPr id="17" name="Picture 16">
            <a:extLst>
              <a:ext uri="{FF2B5EF4-FFF2-40B4-BE49-F238E27FC236}">
                <a16:creationId xmlns:a16="http://schemas.microsoft.com/office/drawing/2014/main" id="{F9A3EA69-5155-B0FD-44CA-08449342BC38}"/>
              </a:ext>
            </a:extLst>
          </p:cNvPr>
          <p:cNvPicPr>
            <a:picLocks noChangeAspect="1"/>
          </p:cNvPicPr>
          <p:nvPr/>
        </p:nvPicPr>
        <p:blipFill>
          <a:blip r:embed="rId12"/>
          <a:stretch>
            <a:fillRect/>
          </a:stretch>
        </p:blipFill>
        <p:spPr>
          <a:xfrm>
            <a:off x="6096000" y="4235443"/>
            <a:ext cx="5608175" cy="730442"/>
          </a:xfrm>
          <a:prstGeom prst="rect">
            <a:avLst/>
          </a:prstGeom>
        </p:spPr>
      </p:pic>
      <p:sp>
        <p:nvSpPr>
          <p:cNvPr id="18" name="Rectangle 17">
            <a:extLst>
              <a:ext uri="{FF2B5EF4-FFF2-40B4-BE49-F238E27FC236}">
                <a16:creationId xmlns:a16="http://schemas.microsoft.com/office/drawing/2014/main" id="{2FD0EF9B-8026-CD83-FDD1-65F000AE9343}"/>
              </a:ext>
            </a:extLst>
          </p:cNvPr>
          <p:cNvSpPr/>
          <p:nvPr/>
        </p:nvSpPr>
        <p:spPr>
          <a:xfrm>
            <a:off x="5819795" y="4202838"/>
            <a:ext cx="6000730" cy="874453"/>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A840AA0-62DC-3355-2882-672B39BF9569}"/>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
        <p:nvSpPr>
          <p:cNvPr id="20" name="TextBox 19">
            <a:extLst>
              <a:ext uri="{FF2B5EF4-FFF2-40B4-BE49-F238E27FC236}">
                <a16:creationId xmlns:a16="http://schemas.microsoft.com/office/drawing/2014/main" id="{BA50ED4D-2021-F9C1-EBBB-E3C58002F40A}"/>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spTree>
    <p:extLst>
      <p:ext uri="{BB962C8B-B14F-4D97-AF65-F5344CB8AC3E}">
        <p14:creationId xmlns:p14="http://schemas.microsoft.com/office/powerpoint/2010/main" val="29551169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7CDB-BB21-5551-AD41-068B73F8EE7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1E26B140-E014-EDD3-C7C9-46803E8C6DF6}"/>
              </a:ext>
            </a:extLst>
          </p:cNvPr>
          <p:cNvSpPr>
            <a:spLocks noGrp="1"/>
          </p:cNvSpPr>
          <p:nvPr>
            <p:ph type="body" sz="quarter" idx="13"/>
          </p:nvPr>
        </p:nvSpPr>
        <p:spPr/>
        <p:txBody>
          <a:bodyPr/>
          <a:lstStyle/>
          <a:p>
            <a:pPr marL="0" indent="0">
              <a:buNone/>
            </a:pPr>
            <a:r>
              <a:rPr lang="en-US" b="1" dirty="0"/>
              <a:t>Reuse or Reconstruct?</a:t>
            </a:r>
          </a:p>
          <a:p>
            <a:pPr marL="0" indent="0">
              <a:buNone/>
            </a:pPr>
            <a:endParaRPr lang="en-US" dirty="0"/>
          </a:p>
        </p:txBody>
      </p:sp>
      <p:pic>
        <p:nvPicPr>
          <p:cNvPr id="2" name="Picture 1">
            <a:extLst>
              <a:ext uri="{FF2B5EF4-FFF2-40B4-BE49-F238E27FC236}">
                <a16:creationId xmlns:a16="http://schemas.microsoft.com/office/drawing/2014/main" id="{1BF60C4B-45F6-3919-5AE3-B9CC4F0EAE0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pic>
        <p:nvPicPr>
          <p:cNvPr id="3" name="Picture 2">
            <a:extLst>
              <a:ext uri="{FF2B5EF4-FFF2-40B4-BE49-F238E27FC236}">
                <a16:creationId xmlns:a16="http://schemas.microsoft.com/office/drawing/2014/main" id="{94EEAEBD-A7A6-2560-A1C2-DFEFFF54C0E3}"/>
              </a:ext>
            </a:extLst>
          </p:cNvPr>
          <p:cNvPicPr>
            <a:picLocks noChangeAspect="1"/>
          </p:cNvPicPr>
          <p:nvPr/>
        </p:nvPicPr>
        <p:blipFill>
          <a:blip r:embed="rId4"/>
          <a:srcRect l="40872" t="12949" r="39418" b="74863"/>
          <a:stretch>
            <a:fillRect/>
          </a:stretch>
        </p:blipFill>
        <p:spPr>
          <a:xfrm>
            <a:off x="1033474" y="3429000"/>
            <a:ext cx="3424508" cy="1411762"/>
          </a:xfrm>
          <a:prstGeom prst="rect">
            <a:avLst/>
          </a:prstGeom>
        </p:spPr>
      </p:pic>
      <p:grpSp>
        <p:nvGrpSpPr>
          <p:cNvPr id="16" name="Group 15">
            <a:extLst>
              <a:ext uri="{FF2B5EF4-FFF2-40B4-BE49-F238E27FC236}">
                <a16:creationId xmlns:a16="http://schemas.microsoft.com/office/drawing/2014/main" id="{BB2484EC-43AD-B08A-2413-53A9DCE4709E}"/>
              </a:ext>
            </a:extLst>
          </p:cNvPr>
          <p:cNvGrpSpPr/>
          <p:nvPr/>
        </p:nvGrpSpPr>
        <p:grpSpPr>
          <a:xfrm>
            <a:off x="948951" y="1355391"/>
            <a:ext cx="3634772" cy="1715059"/>
            <a:chOff x="2964484" y="1008003"/>
            <a:chExt cx="2675490" cy="1262424"/>
          </a:xfrm>
        </p:grpSpPr>
        <p:pic>
          <p:nvPicPr>
            <p:cNvPr id="4" name="Picture 3">
              <a:extLst>
                <a:ext uri="{FF2B5EF4-FFF2-40B4-BE49-F238E27FC236}">
                  <a16:creationId xmlns:a16="http://schemas.microsoft.com/office/drawing/2014/main" id="{599157D1-D3AD-C6E3-39D0-EC3D0E4E924E}"/>
                </a:ext>
              </a:extLst>
            </p:cNvPr>
            <p:cNvPicPr>
              <a:picLocks noChangeAspect="1"/>
            </p:cNvPicPr>
            <p:nvPr/>
          </p:nvPicPr>
          <p:blipFill>
            <a:blip r:embed="rId4"/>
            <a:srcRect l="10467" t="11750" r="70586" b="74863"/>
            <a:stretch>
              <a:fillRect/>
            </a:stretch>
          </p:blipFill>
          <p:spPr>
            <a:xfrm>
              <a:off x="2964484" y="1053722"/>
              <a:ext cx="2582934" cy="1216705"/>
            </a:xfrm>
            <a:prstGeom prst="rect">
              <a:avLst/>
            </a:prstGeom>
          </p:spPr>
        </p:pic>
        <p:sp>
          <p:nvSpPr>
            <p:cNvPr id="7" name="Rectangle 6">
              <a:extLst>
                <a:ext uri="{FF2B5EF4-FFF2-40B4-BE49-F238E27FC236}">
                  <a16:creationId xmlns:a16="http://schemas.microsoft.com/office/drawing/2014/main" id="{A848C685-C760-31B2-0B41-8404EB7FFE28}"/>
                </a:ext>
              </a:extLst>
            </p:cNvPr>
            <p:cNvSpPr/>
            <p:nvPr/>
          </p:nvSpPr>
          <p:spPr>
            <a:xfrm flipV="1">
              <a:off x="4905188" y="1008003"/>
              <a:ext cx="734786"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pic>
        <p:nvPicPr>
          <p:cNvPr id="8" name="Picture 7">
            <a:extLst>
              <a:ext uri="{FF2B5EF4-FFF2-40B4-BE49-F238E27FC236}">
                <a16:creationId xmlns:a16="http://schemas.microsoft.com/office/drawing/2014/main" id="{C9685D9A-1816-6A61-4BA7-6A9D63DB5001}"/>
              </a:ext>
            </a:extLst>
          </p:cNvPr>
          <p:cNvPicPr>
            <a:picLocks noChangeAspect="1"/>
          </p:cNvPicPr>
          <p:nvPr/>
        </p:nvPicPr>
        <p:blipFill>
          <a:blip r:embed="rId5"/>
          <a:srcRect l="4016" t="24450" r="57208" b="35390"/>
          <a:stretch>
            <a:fillRect/>
          </a:stretch>
        </p:blipFill>
        <p:spPr>
          <a:xfrm>
            <a:off x="5603113" y="1157958"/>
            <a:ext cx="5875464" cy="4056867"/>
          </a:xfrm>
          <a:prstGeom prst="rect">
            <a:avLst/>
          </a:prstGeom>
        </p:spPr>
      </p:pic>
      <p:sp>
        <p:nvSpPr>
          <p:cNvPr id="14" name="TextBox 13">
            <a:extLst>
              <a:ext uri="{FF2B5EF4-FFF2-40B4-BE49-F238E27FC236}">
                <a16:creationId xmlns:a16="http://schemas.microsoft.com/office/drawing/2014/main" id="{1200BB8A-B109-3A55-3D1B-8A728B4E50D1}"/>
              </a:ext>
            </a:extLst>
          </p:cNvPr>
          <p:cNvSpPr txBox="1"/>
          <p:nvPr/>
        </p:nvSpPr>
        <p:spPr>
          <a:xfrm>
            <a:off x="0" y="6461125"/>
            <a:ext cx="9167446" cy="461665"/>
          </a:xfrm>
          <a:prstGeom prst="rect">
            <a:avLst/>
          </a:prstGeom>
          <a:noFill/>
        </p:spPr>
        <p:txBody>
          <a:bodyPr wrap="square" rtlCol="0">
            <a:spAutoFit/>
          </a:bodyPr>
          <a:lstStyle/>
          <a:p>
            <a:r>
              <a:rPr lang="en-US" sz="1200" i="1" dirty="0"/>
              <a:t>AGORA: Magnúsdóttir, S. et al Nature Biotechnology, 2017; AGORA2: </a:t>
            </a:r>
            <a:r>
              <a:rPr lang="en-US" sz="1200" i="1" dirty="0" err="1"/>
              <a:t>Heinken</a:t>
            </a:r>
            <a:r>
              <a:rPr lang="en-US" sz="1200" i="1" dirty="0"/>
              <a:t>, A. et al Nature Biotechnology, 2023</a:t>
            </a:r>
          </a:p>
          <a:p>
            <a:r>
              <a:rPr lang="en-US" sz="1200" i="1" dirty="0"/>
              <a:t>AGREDA: Blasco, T. et al Nature Communications, 2021</a:t>
            </a:r>
          </a:p>
        </p:txBody>
      </p:sp>
      <p:sp>
        <p:nvSpPr>
          <p:cNvPr id="18" name="TextBox 17">
            <a:extLst>
              <a:ext uri="{FF2B5EF4-FFF2-40B4-BE49-F238E27FC236}">
                <a16:creationId xmlns:a16="http://schemas.microsoft.com/office/drawing/2014/main" id="{7DD80B5A-6FEA-EA9C-68AC-941488E427B1}"/>
              </a:ext>
            </a:extLst>
          </p:cNvPr>
          <p:cNvSpPr txBox="1"/>
          <p:nvPr/>
        </p:nvSpPr>
        <p:spPr>
          <a:xfrm>
            <a:off x="4720041" y="1972487"/>
            <a:ext cx="883072" cy="646331"/>
          </a:xfrm>
          <a:prstGeom prst="rect">
            <a:avLst/>
          </a:prstGeom>
          <a:noFill/>
        </p:spPr>
        <p:txBody>
          <a:bodyPr wrap="square">
            <a:spAutoFit/>
          </a:bodyPr>
          <a:lstStyle/>
          <a:p>
            <a:r>
              <a:rPr lang="en-US" sz="3600" b="0" i="0" u="none" strike="noStrike" dirty="0">
                <a:solidFill>
                  <a:srgbClr val="000000"/>
                </a:solidFill>
                <a:effectLst/>
                <a:latin typeface="-webkit-standard"/>
              </a:rPr>
              <a:t>✅</a:t>
            </a:r>
            <a:endParaRPr lang="en-US" sz="3600" dirty="0"/>
          </a:p>
        </p:txBody>
      </p:sp>
      <p:sp>
        <p:nvSpPr>
          <p:cNvPr id="19" name="TextBox 18">
            <a:extLst>
              <a:ext uri="{FF2B5EF4-FFF2-40B4-BE49-F238E27FC236}">
                <a16:creationId xmlns:a16="http://schemas.microsoft.com/office/drawing/2014/main" id="{5FC4F790-55EA-74D8-2799-2FD461C1B165}"/>
              </a:ext>
            </a:extLst>
          </p:cNvPr>
          <p:cNvSpPr txBox="1"/>
          <p:nvPr/>
        </p:nvSpPr>
        <p:spPr>
          <a:xfrm>
            <a:off x="4720041" y="3865118"/>
            <a:ext cx="883072" cy="646331"/>
          </a:xfrm>
          <a:prstGeom prst="rect">
            <a:avLst/>
          </a:prstGeom>
          <a:noFill/>
        </p:spPr>
        <p:txBody>
          <a:bodyPr wrap="square">
            <a:spAutoFit/>
          </a:bodyPr>
          <a:lstStyle/>
          <a:p>
            <a:r>
              <a:rPr lang="en-US" sz="3600" b="0" i="0" u="none" strike="noStrike" dirty="0">
                <a:solidFill>
                  <a:srgbClr val="000000"/>
                </a:solidFill>
                <a:effectLst/>
                <a:latin typeface="-webkit-standard"/>
              </a:rPr>
              <a:t>✅</a:t>
            </a:r>
            <a:endParaRPr lang="en-US" sz="3600" dirty="0"/>
          </a:p>
        </p:txBody>
      </p:sp>
      <p:sp>
        <p:nvSpPr>
          <p:cNvPr id="21" name="TextBox 20">
            <a:extLst>
              <a:ext uri="{FF2B5EF4-FFF2-40B4-BE49-F238E27FC236}">
                <a16:creationId xmlns:a16="http://schemas.microsoft.com/office/drawing/2014/main" id="{9735D734-D6D5-C222-F75F-23E5B2848103}"/>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spTree>
    <p:extLst>
      <p:ext uri="{BB962C8B-B14F-4D97-AF65-F5344CB8AC3E}">
        <p14:creationId xmlns:p14="http://schemas.microsoft.com/office/powerpoint/2010/main" val="19788068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7CDB-BB21-5551-AD41-068B73F8EE7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643CEE1-8E7C-7DBF-54B9-74206F746A79}"/>
              </a:ext>
            </a:extLst>
          </p:cNvPr>
          <p:cNvSpPr>
            <a:spLocks noGrp="1"/>
          </p:cNvSpPr>
          <p:nvPr>
            <p:ph type="body" sz="quarter" idx="13"/>
          </p:nvPr>
        </p:nvSpPr>
        <p:spPr/>
        <p:txBody>
          <a:bodyPr/>
          <a:lstStyle/>
          <a:p>
            <a:pPr marL="0" indent="0">
              <a:buNone/>
            </a:pPr>
            <a:r>
              <a:rPr lang="en-US" b="1" dirty="0"/>
              <a:t>Flux Balance Analysis</a:t>
            </a:r>
          </a:p>
        </p:txBody>
      </p:sp>
      <p:pic>
        <p:nvPicPr>
          <p:cNvPr id="2" name="Picture 1">
            <a:extLst>
              <a:ext uri="{FF2B5EF4-FFF2-40B4-BE49-F238E27FC236}">
                <a16:creationId xmlns:a16="http://schemas.microsoft.com/office/drawing/2014/main" id="{9DEB0A05-E136-5E54-3A9C-8340ADAF372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
        <p:nvSpPr>
          <p:cNvPr id="4" name="TextBox 3">
            <a:extLst>
              <a:ext uri="{FF2B5EF4-FFF2-40B4-BE49-F238E27FC236}">
                <a16:creationId xmlns:a16="http://schemas.microsoft.com/office/drawing/2014/main" id="{9524F38D-07EA-3224-A2E3-232B66B7650A}"/>
              </a:ext>
            </a:extLst>
          </p:cNvPr>
          <p:cNvSpPr txBox="1"/>
          <p:nvPr/>
        </p:nvSpPr>
        <p:spPr>
          <a:xfrm>
            <a:off x="1604529" y="895906"/>
            <a:ext cx="8107507" cy="369332"/>
          </a:xfrm>
          <a:prstGeom prst="rect">
            <a:avLst/>
          </a:prstGeom>
          <a:noFill/>
        </p:spPr>
        <p:txBody>
          <a:bodyPr wrap="square">
            <a:spAutoFit/>
          </a:bodyPr>
          <a:lstStyle/>
          <a:p>
            <a:pPr>
              <a:buNone/>
            </a:pPr>
            <a:r>
              <a:rPr lang="en-US" dirty="0">
                <a:solidFill>
                  <a:srgbClr val="5D6B78"/>
                </a:solidFill>
                <a:latin typeface="Arial" panose="020B0604020202020204" pitchFamily="34" charset="0"/>
                <a:cs typeface="Arial" panose="020B0604020202020204" pitchFamily="34" charset="0"/>
              </a:rPr>
              <a:t>From metabolic network to biological predictions</a:t>
            </a:r>
          </a:p>
        </p:txBody>
      </p:sp>
      <p:sp>
        <p:nvSpPr>
          <p:cNvPr id="7" name="TextBox 6">
            <a:extLst>
              <a:ext uri="{FF2B5EF4-FFF2-40B4-BE49-F238E27FC236}">
                <a16:creationId xmlns:a16="http://schemas.microsoft.com/office/drawing/2014/main" id="{40A925B7-4C67-0A0E-9EB3-1D1C9018BFB2}"/>
              </a:ext>
            </a:extLst>
          </p:cNvPr>
          <p:cNvSpPr txBox="1"/>
          <p:nvPr/>
        </p:nvSpPr>
        <p:spPr>
          <a:xfrm>
            <a:off x="552450" y="5260099"/>
            <a:ext cx="11087100" cy="369332"/>
          </a:xfrm>
          <a:prstGeom prst="rect">
            <a:avLst/>
          </a:prstGeom>
          <a:noFill/>
        </p:spPr>
        <p:txBody>
          <a:bodyPr wrap="square" rtlCol="0">
            <a:spAutoFit/>
          </a:bodyPr>
          <a:lstStyle/>
          <a:p>
            <a:r>
              <a:rPr lang="en-US" b="1" dirty="0">
                <a:solidFill>
                  <a:srgbClr val="5D6B78"/>
                </a:solidFill>
              </a:rPr>
              <a:t>FBA predicts how metabolites flow through a metabolic network under defined environmental conditions</a:t>
            </a:r>
          </a:p>
        </p:txBody>
      </p:sp>
      <p:cxnSp>
        <p:nvCxnSpPr>
          <p:cNvPr id="10" name="Straight Arrow Connector 9">
            <a:extLst>
              <a:ext uri="{FF2B5EF4-FFF2-40B4-BE49-F238E27FC236}">
                <a16:creationId xmlns:a16="http://schemas.microsoft.com/office/drawing/2014/main" id="{1DCB73BD-9603-825C-4A74-B3885FC3D069}"/>
              </a:ext>
            </a:extLst>
          </p:cNvPr>
          <p:cNvCxnSpPr>
            <a:cxnSpLocks/>
          </p:cNvCxnSpPr>
          <p:nvPr/>
        </p:nvCxnSpPr>
        <p:spPr>
          <a:xfrm>
            <a:off x="2621110" y="2819204"/>
            <a:ext cx="607612"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pic>
        <p:nvPicPr>
          <p:cNvPr id="11" name="Picture 10">
            <a:extLst>
              <a:ext uri="{FF2B5EF4-FFF2-40B4-BE49-F238E27FC236}">
                <a16:creationId xmlns:a16="http://schemas.microsoft.com/office/drawing/2014/main" id="{429B3BA4-C392-FE5F-9FD8-33ADB96C87AC}"/>
              </a:ext>
            </a:extLst>
          </p:cNvPr>
          <p:cNvPicPr>
            <a:picLocks noChangeAspect="1"/>
          </p:cNvPicPr>
          <p:nvPr/>
        </p:nvPicPr>
        <p:blipFill>
          <a:blip r:embed="rId4"/>
          <a:stretch>
            <a:fillRect/>
          </a:stretch>
        </p:blipFill>
        <p:spPr>
          <a:xfrm>
            <a:off x="117626" y="1968337"/>
            <a:ext cx="2581609" cy="1701735"/>
          </a:xfrm>
          <a:prstGeom prst="rect">
            <a:avLst/>
          </a:prstGeom>
        </p:spPr>
      </p:pic>
      <p:pic>
        <p:nvPicPr>
          <p:cNvPr id="13" name="Picture 12">
            <a:extLst>
              <a:ext uri="{FF2B5EF4-FFF2-40B4-BE49-F238E27FC236}">
                <a16:creationId xmlns:a16="http://schemas.microsoft.com/office/drawing/2014/main" id="{A73B8069-3CDC-0FB5-6A4F-C649F3B06119}"/>
              </a:ext>
            </a:extLst>
          </p:cNvPr>
          <p:cNvPicPr>
            <a:picLocks noChangeAspect="1"/>
          </p:cNvPicPr>
          <p:nvPr/>
        </p:nvPicPr>
        <p:blipFill>
          <a:blip r:embed="rId5"/>
          <a:srcRect l="8283" t="5794" r="3593" b="5726"/>
          <a:stretch>
            <a:fillRect/>
          </a:stretch>
        </p:blipFill>
        <p:spPr>
          <a:xfrm>
            <a:off x="3334306" y="2357751"/>
            <a:ext cx="2397900" cy="922906"/>
          </a:xfrm>
          <a:prstGeom prst="rect">
            <a:avLst/>
          </a:prstGeom>
        </p:spPr>
      </p:pic>
      <p:cxnSp>
        <p:nvCxnSpPr>
          <p:cNvPr id="14" name="Straight Arrow Connector 13">
            <a:extLst>
              <a:ext uri="{FF2B5EF4-FFF2-40B4-BE49-F238E27FC236}">
                <a16:creationId xmlns:a16="http://schemas.microsoft.com/office/drawing/2014/main" id="{E49A6428-BCDE-B53D-F46E-5B8ECFD051AF}"/>
              </a:ext>
            </a:extLst>
          </p:cNvPr>
          <p:cNvCxnSpPr>
            <a:cxnSpLocks/>
          </p:cNvCxnSpPr>
          <p:nvPr/>
        </p:nvCxnSpPr>
        <p:spPr>
          <a:xfrm>
            <a:off x="5802629" y="2761212"/>
            <a:ext cx="607612"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pic>
        <p:nvPicPr>
          <p:cNvPr id="15" name="Picture 14">
            <a:extLst>
              <a:ext uri="{FF2B5EF4-FFF2-40B4-BE49-F238E27FC236}">
                <a16:creationId xmlns:a16="http://schemas.microsoft.com/office/drawing/2014/main" id="{EAB727C6-81E4-46B7-8484-A9E716A5DFB5}"/>
              </a:ext>
            </a:extLst>
          </p:cNvPr>
          <p:cNvPicPr>
            <a:picLocks noChangeAspect="1"/>
          </p:cNvPicPr>
          <p:nvPr/>
        </p:nvPicPr>
        <p:blipFill>
          <a:blip r:embed="rId6"/>
          <a:stretch>
            <a:fillRect/>
          </a:stretch>
        </p:blipFill>
        <p:spPr>
          <a:xfrm>
            <a:off x="6410241" y="1937437"/>
            <a:ext cx="2241390" cy="1756940"/>
          </a:xfrm>
          <a:prstGeom prst="rect">
            <a:avLst/>
          </a:prstGeom>
        </p:spPr>
      </p:pic>
      <p:cxnSp>
        <p:nvCxnSpPr>
          <p:cNvPr id="16" name="Straight Arrow Connector 15">
            <a:extLst>
              <a:ext uri="{FF2B5EF4-FFF2-40B4-BE49-F238E27FC236}">
                <a16:creationId xmlns:a16="http://schemas.microsoft.com/office/drawing/2014/main" id="{4DCAB924-D2FF-2C44-8031-F7D31BA66E41}"/>
              </a:ext>
            </a:extLst>
          </p:cNvPr>
          <p:cNvCxnSpPr>
            <a:cxnSpLocks/>
          </p:cNvCxnSpPr>
          <p:nvPr/>
        </p:nvCxnSpPr>
        <p:spPr>
          <a:xfrm>
            <a:off x="8651631" y="2761212"/>
            <a:ext cx="607612"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pic>
        <p:nvPicPr>
          <p:cNvPr id="17" name="Picture 16">
            <a:extLst>
              <a:ext uri="{FF2B5EF4-FFF2-40B4-BE49-F238E27FC236}">
                <a16:creationId xmlns:a16="http://schemas.microsoft.com/office/drawing/2014/main" id="{C8E82B93-8D3B-DBB4-8631-42EC8F6B5248}"/>
              </a:ext>
            </a:extLst>
          </p:cNvPr>
          <p:cNvPicPr>
            <a:picLocks noChangeAspect="1"/>
          </p:cNvPicPr>
          <p:nvPr/>
        </p:nvPicPr>
        <p:blipFill>
          <a:blip r:embed="rId7"/>
          <a:stretch>
            <a:fillRect/>
          </a:stretch>
        </p:blipFill>
        <p:spPr>
          <a:xfrm>
            <a:off x="9381100" y="1351592"/>
            <a:ext cx="1943100" cy="1549400"/>
          </a:xfrm>
          <a:prstGeom prst="rect">
            <a:avLst/>
          </a:prstGeom>
        </p:spPr>
      </p:pic>
      <p:pic>
        <p:nvPicPr>
          <p:cNvPr id="18" name="Picture 17">
            <a:extLst>
              <a:ext uri="{FF2B5EF4-FFF2-40B4-BE49-F238E27FC236}">
                <a16:creationId xmlns:a16="http://schemas.microsoft.com/office/drawing/2014/main" id="{BD647792-D96D-66E4-1FD7-0274B541FCC4}"/>
              </a:ext>
            </a:extLst>
          </p:cNvPr>
          <p:cNvPicPr>
            <a:picLocks noChangeAspect="1"/>
          </p:cNvPicPr>
          <p:nvPr/>
        </p:nvPicPr>
        <p:blipFill>
          <a:blip r:embed="rId8"/>
          <a:stretch>
            <a:fillRect/>
          </a:stretch>
        </p:blipFill>
        <p:spPr>
          <a:xfrm>
            <a:off x="9520850" y="2862708"/>
            <a:ext cx="1663599" cy="1420738"/>
          </a:xfrm>
          <a:prstGeom prst="rect">
            <a:avLst/>
          </a:prstGeom>
        </p:spPr>
      </p:pic>
      <p:sp>
        <p:nvSpPr>
          <p:cNvPr id="19" name="TextBox 18">
            <a:extLst>
              <a:ext uri="{FF2B5EF4-FFF2-40B4-BE49-F238E27FC236}">
                <a16:creationId xmlns:a16="http://schemas.microsoft.com/office/drawing/2014/main" id="{4BE3A5CA-8941-6B86-65E4-436EE4CBE2D0}"/>
              </a:ext>
            </a:extLst>
          </p:cNvPr>
          <p:cNvSpPr txBox="1"/>
          <p:nvPr/>
        </p:nvSpPr>
        <p:spPr>
          <a:xfrm>
            <a:off x="895293" y="3546052"/>
            <a:ext cx="709236" cy="369332"/>
          </a:xfrm>
          <a:prstGeom prst="rect">
            <a:avLst/>
          </a:prstGeom>
          <a:noFill/>
        </p:spPr>
        <p:txBody>
          <a:bodyPr wrap="square" rtlCol="0">
            <a:spAutoFit/>
          </a:bodyPr>
          <a:lstStyle/>
          <a:p>
            <a:r>
              <a:rPr lang="en-US" b="1" dirty="0">
                <a:solidFill>
                  <a:srgbClr val="5D6B78"/>
                </a:solidFill>
              </a:rPr>
              <a:t>GEM</a:t>
            </a:r>
          </a:p>
        </p:txBody>
      </p:sp>
      <p:sp>
        <p:nvSpPr>
          <p:cNvPr id="20" name="TextBox 19">
            <a:extLst>
              <a:ext uri="{FF2B5EF4-FFF2-40B4-BE49-F238E27FC236}">
                <a16:creationId xmlns:a16="http://schemas.microsoft.com/office/drawing/2014/main" id="{83128C1D-F931-BEA1-EB0E-CABFEDA43E4D}"/>
              </a:ext>
            </a:extLst>
          </p:cNvPr>
          <p:cNvSpPr txBox="1"/>
          <p:nvPr/>
        </p:nvSpPr>
        <p:spPr>
          <a:xfrm>
            <a:off x="3200151" y="3612657"/>
            <a:ext cx="2581609" cy="646331"/>
          </a:xfrm>
          <a:prstGeom prst="rect">
            <a:avLst/>
          </a:prstGeom>
          <a:noFill/>
        </p:spPr>
        <p:txBody>
          <a:bodyPr wrap="square" rtlCol="0">
            <a:spAutoFit/>
          </a:bodyPr>
          <a:lstStyle/>
          <a:p>
            <a:pPr algn="ctr"/>
            <a:r>
              <a:rPr lang="en-US" b="1" dirty="0">
                <a:solidFill>
                  <a:srgbClr val="5D6B78"/>
                </a:solidFill>
              </a:rPr>
              <a:t>Constrains </a:t>
            </a:r>
          </a:p>
          <a:p>
            <a:pPr algn="ctr"/>
            <a:r>
              <a:rPr lang="en-US" b="1" dirty="0">
                <a:solidFill>
                  <a:srgbClr val="5D6B78"/>
                </a:solidFill>
              </a:rPr>
              <a:t>(Nutrient availability</a:t>
            </a:r>
          </a:p>
        </p:txBody>
      </p:sp>
      <p:sp>
        <p:nvSpPr>
          <p:cNvPr id="21" name="TextBox 20">
            <a:extLst>
              <a:ext uri="{FF2B5EF4-FFF2-40B4-BE49-F238E27FC236}">
                <a16:creationId xmlns:a16="http://schemas.microsoft.com/office/drawing/2014/main" id="{B9237A59-7344-5A98-3318-60E153213A84}"/>
              </a:ext>
            </a:extLst>
          </p:cNvPr>
          <p:cNvSpPr txBox="1"/>
          <p:nvPr/>
        </p:nvSpPr>
        <p:spPr>
          <a:xfrm>
            <a:off x="6063674" y="3637115"/>
            <a:ext cx="2853069" cy="646331"/>
          </a:xfrm>
          <a:prstGeom prst="rect">
            <a:avLst/>
          </a:prstGeom>
          <a:noFill/>
        </p:spPr>
        <p:txBody>
          <a:bodyPr wrap="square" rtlCol="0">
            <a:spAutoFit/>
          </a:bodyPr>
          <a:lstStyle/>
          <a:p>
            <a:pPr algn="ctr"/>
            <a:r>
              <a:rPr lang="en-US" b="1" dirty="0">
                <a:solidFill>
                  <a:srgbClr val="FF0000"/>
                </a:solidFill>
              </a:rPr>
              <a:t>Optimization</a:t>
            </a:r>
          </a:p>
          <a:p>
            <a:pPr algn="ctr"/>
            <a:r>
              <a:rPr lang="en-US" b="1" dirty="0">
                <a:solidFill>
                  <a:srgbClr val="FF0000"/>
                </a:solidFill>
              </a:rPr>
              <a:t>(Mathematical solution)</a:t>
            </a:r>
          </a:p>
        </p:txBody>
      </p:sp>
      <p:sp>
        <p:nvSpPr>
          <p:cNvPr id="22" name="TextBox 21">
            <a:extLst>
              <a:ext uri="{FF2B5EF4-FFF2-40B4-BE49-F238E27FC236}">
                <a16:creationId xmlns:a16="http://schemas.microsoft.com/office/drawing/2014/main" id="{0610F262-C541-D36D-3C10-1E0CE3279783}"/>
              </a:ext>
            </a:extLst>
          </p:cNvPr>
          <p:cNvSpPr txBox="1"/>
          <p:nvPr/>
        </p:nvSpPr>
        <p:spPr>
          <a:xfrm>
            <a:off x="8926114" y="4205592"/>
            <a:ext cx="2853069" cy="369332"/>
          </a:xfrm>
          <a:prstGeom prst="rect">
            <a:avLst/>
          </a:prstGeom>
          <a:noFill/>
        </p:spPr>
        <p:txBody>
          <a:bodyPr wrap="square" rtlCol="0">
            <a:spAutoFit/>
          </a:bodyPr>
          <a:lstStyle/>
          <a:p>
            <a:pPr algn="ctr"/>
            <a:r>
              <a:rPr lang="en-US" b="1" dirty="0">
                <a:solidFill>
                  <a:srgbClr val="5D6B78"/>
                </a:solidFill>
              </a:rPr>
              <a:t>Cellular behavior</a:t>
            </a:r>
          </a:p>
        </p:txBody>
      </p:sp>
      <p:sp>
        <p:nvSpPr>
          <p:cNvPr id="23" name="TextBox 22">
            <a:extLst>
              <a:ext uri="{FF2B5EF4-FFF2-40B4-BE49-F238E27FC236}">
                <a16:creationId xmlns:a16="http://schemas.microsoft.com/office/drawing/2014/main" id="{2371A99E-49CA-6CB2-9598-690B706A2203}"/>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spTree>
    <p:extLst>
      <p:ext uri="{BB962C8B-B14F-4D97-AF65-F5344CB8AC3E}">
        <p14:creationId xmlns:p14="http://schemas.microsoft.com/office/powerpoint/2010/main" val="291772176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7CDB-BB21-5551-AD41-068B73F8EE7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BF34DDC-4A4B-65D6-BF7F-46E783FC681C}"/>
              </a:ext>
            </a:extLst>
          </p:cNvPr>
          <p:cNvSpPr>
            <a:spLocks noGrp="1"/>
          </p:cNvSpPr>
          <p:nvPr>
            <p:ph type="body" sz="quarter" idx="13"/>
          </p:nvPr>
        </p:nvSpPr>
        <p:spPr/>
        <p:txBody>
          <a:bodyPr/>
          <a:lstStyle/>
          <a:p>
            <a:pPr marL="0" indent="0">
              <a:buNone/>
            </a:pPr>
            <a:r>
              <a:rPr lang="en-US" b="1" dirty="0"/>
              <a:t>How does FBA work?</a:t>
            </a:r>
          </a:p>
        </p:txBody>
      </p:sp>
      <p:pic>
        <p:nvPicPr>
          <p:cNvPr id="2" name="Picture 1">
            <a:extLst>
              <a:ext uri="{FF2B5EF4-FFF2-40B4-BE49-F238E27FC236}">
                <a16:creationId xmlns:a16="http://schemas.microsoft.com/office/drawing/2014/main" id="{AABFBDBE-1279-B942-E114-940447F6FE0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pic>
        <p:nvPicPr>
          <p:cNvPr id="3" name="Picture 2">
            <a:extLst>
              <a:ext uri="{FF2B5EF4-FFF2-40B4-BE49-F238E27FC236}">
                <a16:creationId xmlns:a16="http://schemas.microsoft.com/office/drawing/2014/main" id="{3CEBDE6A-1B53-6795-36B3-C1CD03EC7EE3}"/>
              </a:ext>
            </a:extLst>
          </p:cNvPr>
          <p:cNvPicPr>
            <a:picLocks noChangeAspect="1"/>
          </p:cNvPicPr>
          <p:nvPr/>
        </p:nvPicPr>
        <p:blipFill>
          <a:blip r:embed="rId4"/>
          <a:stretch>
            <a:fillRect/>
          </a:stretch>
        </p:blipFill>
        <p:spPr>
          <a:xfrm>
            <a:off x="507281" y="1760367"/>
            <a:ext cx="2241390" cy="1756940"/>
          </a:xfrm>
          <a:prstGeom prst="rect">
            <a:avLst/>
          </a:prstGeom>
        </p:spPr>
      </p:pic>
      <p:sp>
        <p:nvSpPr>
          <p:cNvPr id="4" name="TextBox 3">
            <a:extLst>
              <a:ext uri="{FF2B5EF4-FFF2-40B4-BE49-F238E27FC236}">
                <a16:creationId xmlns:a16="http://schemas.microsoft.com/office/drawing/2014/main" id="{3B3C8EF5-C941-E120-75F0-36DA67B52FF1}"/>
              </a:ext>
            </a:extLst>
          </p:cNvPr>
          <p:cNvSpPr txBox="1"/>
          <p:nvPr/>
        </p:nvSpPr>
        <p:spPr>
          <a:xfrm>
            <a:off x="160714" y="3460045"/>
            <a:ext cx="2853069" cy="646331"/>
          </a:xfrm>
          <a:prstGeom prst="rect">
            <a:avLst/>
          </a:prstGeom>
          <a:noFill/>
        </p:spPr>
        <p:txBody>
          <a:bodyPr wrap="square" rtlCol="0">
            <a:spAutoFit/>
          </a:bodyPr>
          <a:lstStyle/>
          <a:p>
            <a:pPr algn="ctr"/>
            <a:r>
              <a:rPr lang="en-US" b="1" dirty="0">
                <a:solidFill>
                  <a:srgbClr val="FF0000"/>
                </a:solidFill>
              </a:rPr>
              <a:t>Optimization</a:t>
            </a:r>
          </a:p>
          <a:p>
            <a:pPr algn="ctr"/>
            <a:r>
              <a:rPr lang="en-US" b="1" dirty="0">
                <a:solidFill>
                  <a:srgbClr val="FF0000"/>
                </a:solidFill>
              </a:rPr>
              <a:t>(Mathematical solution)</a:t>
            </a:r>
          </a:p>
        </p:txBody>
      </p:sp>
      <p:pic>
        <p:nvPicPr>
          <p:cNvPr id="11" name="Picture 10">
            <a:extLst>
              <a:ext uri="{FF2B5EF4-FFF2-40B4-BE49-F238E27FC236}">
                <a16:creationId xmlns:a16="http://schemas.microsoft.com/office/drawing/2014/main" id="{5255651E-927E-47FE-58C7-D57AB5184A03}"/>
              </a:ext>
            </a:extLst>
          </p:cNvPr>
          <p:cNvPicPr>
            <a:picLocks noChangeAspect="1"/>
          </p:cNvPicPr>
          <p:nvPr/>
        </p:nvPicPr>
        <p:blipFill>
          <a:blip r:embed="rId5"/>
          <a:stretch>
            <a:fillRect/>
          </a:stretch>
        </p:blipFill>
        <p:spPr>
          <a:xfrm>
            <a:off x="4032250" y="1851067"/>
            <a:ext cx="3729990" cy="1348928"/>
          </a:xfrm>
          <a:prstGeom prst="rect">
            <a:avLst/>
          </a:prstGeom>
        </p:spPr>
      </p:pic>
      <p:pic>
        <p:nvPicPr>
          <p:cNvPr id="12" name="Picture 11">
            <a:extLst>
              <a:ext uri="{FF2B5EF4-FFF2-40B4-BE49-F238E27FC236}">
                <a16:creationId xmlns:a16="http://schemas.microsoft.com/office/drawing/2014/main" id="{DA161B66-BAC2-CB83-9AC1-A05FA40FCCFE}"/>
              </a:ext>
            </a:extLst>
          </p:cNvPr>
          <p:cNvPicPr>
            <a:picLocks noChangeAspect="1"/>
          </p:cNvPicPr>
          <p:nvPr/>
        </p:nvPicPr>
        <p:blipFill>
          <a:blip r:embed="rId6"/>
          <a:srcRect t="21769" b="31768"/>
          <a:stretch>
            <a:fillRect/>
          </a:stretch>
        </p:blipFill>
        <p:spPr>
          <a:xfrm>
            <a:off x="8806061" y="4192858"/>
            <a:ext cx="2759012" cy="557561"/>
          </a:xfrm>
          <a:prstGeom prst="rect">
            <a:avLst/>
          </a:prstGeom>
        </p:spPr>
      </p:pic>
      <p:sp>
        <p:nvSpPr>
          <p:cNvPr id="13" name="Rounded Rectangle 12">
            <a:extLst>
              <a:ext uri="{FF2B5EF4-FFF2-40B4-BE49-F238E27FC236}">
                <a16:creationId xmlns:a16="http://schemas.microsoft.com/office/drawing/2014/main" id="{716DED64-0EDF-8CBF-8213-A5096455A78E}"/>
              </a:ext>
            </a:extLst>
          </p:cNvPr>
          <p:cNvSpPr/>
          <p:nvPr/>
        </p:nvSpPr>
        <p:spPr>
          <a:xfrm>
            <a:off x="4032250" y="1950720"/>
            <a:ext cx="3577590" cy="1158240"/>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4" name="Rounded Rectangle 13">
            <a:extLst>
              <a:ext uri="{FF2B5EF4-FFF2-40B4-BE49-F238E27FC236}">
                <a16:creationId xmlns:a16="http://schemas.microsoft.com/office/drawing/2014/main" id="{D9241AEC-122D-3A5C-0EA8-33FE4F5F0929}"/>
              </a:ext>
            </a:extLst>
          </p:cNvPr>
          <p:cNvSpPr/>
          <p:nvPr/>
        </p:nvSpPr>
        <p:spPr>
          <a:xfrm>
            <a:off x="8817317" y="4250493"/>
            <a:ext cx="2434492" cy="499926"/>
          </a:xfrm>
          <a:prstGeom prst="round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5" name="TextBox 14">
            <a:extLst>
              <a:ext uri="{FF2B5EF4-FFF2-40B4-BE49-F238E27FC236}">
                <a16:creationId xmlns:a16="http://schemas.microsoft.com/office/drawing/2014/main" id="{F76DA86F-D1BB-A7CB-288E-648919D0484A}"/>
              </a:ext>
            </a:extLst>
          </p:cNvPr>
          <p:cNvSpPr txBox="1"/>
          <p:nvPr/>
        </p:nvSpPr>
        <p:spPr>
          <a:xfrm>
            <a:off x="3737793" y="3332878"/>
            <a:ext cx="5266391" cy="1323439"/>
          </a:xfrm>
          <a:prstGeom prst="rect">
            <a:avLst/>
          </a:prstGeom>
          <a:noFill/>
        </p:spPr>
        <p:txBody>
          <a:bodyPr wrap="square" rtlCol="0">
            <a:spAutoFit/>
          </a:bodyPr>
          <a:lstStyle/>
          <a:p>
            <a:r>
              <a:rPr lang="en-US" sz="1600" dirty="0">
                <a:latin typeface="Abadi MT Condensed Light" panose="020B0306030101010103" pitchFamily="34" charset="77"/>
                <a:ea typeface="Brush Script MT" panose="03060802040406070304" pitchFamily="66" charset="-122"/>
                <a:cs typeface="Brush Script MT" panose="03060802040406070304" pitchFamily="66" charset="-122"/>
              </a:rPr>
              <a:t>Where,</a:t>
            </a:r>
          </a:p>
          <a:p>
            <a:r>
              <a:rPr lang="en-US" sz="1600" dirty="0">
                <a:latin typeface="Abadi MT Condensed Light" panose="020B0306030101010103" pitchFamily="34" charset="77"/>
                <a:ea typeface="Brush Script MT" panose="03060802040406070304" pitchFamily="66" charset="-122"/>
                <a:cs typeface="Brush Script MT" panose="03060802040406070304" pitchFamily="66" charset="-122"/>
              </a:rPr>
              <a:t>S = Stoichiometric matrix (metabolites x  reactions)</a:t>
            </a:r>
          </a:p>
          <a:p>
            <a:r>
              <a:rPr lang="en-US" sz="1600" dirty="0">
                <a:latin typeface="Abadi MT Condensed Light" panose="020B0306030101010103" pitchFamily="34" charset="77"/>
                <a:ea typeface="Brush Script MT" panose="03060802040406070304" pitchFamily="66" charset="-122"/>
                <a:cs typeface="Brush Script MT" panose="03060802040406070304" pitchFamily="66" charset="-122"/>
              </a:rPr>
              <a:t>v = Reaction flux</a:t>
            </a:r>
          </a:p>
          <a:p>
            <a:endParaRPr lang="en-US" sz="1600" dirty="0">
              <a:latin typeface="Abadi MT Condensed Light" panose="020B0306030101010103" pitchFamily="34" charset="77"/>
            </a:endParaRPr>
          </a:p>
          <a:p>
            <a:r>
              <a:rPr lang="en-US" sz="1600" dirty="0">
                <a:latin typeface="Abadi MT Condensed Light" panose="020B0306030101010103" pitchFamily="34" charset="77"/>
              </a:rPr>
              <a:t>Under steady state, what goes in, comes out</a:t>
            </a:r>
          </a:p>
        </p:txBody>
      </p:sp>
      <p:pic>
        <p:nvPicPr>
          <p:cNvPr id="16" name="Picture 15">
            <a:extLst>
              <a:ext uri="{FF2B5EF4-FFF2-40B4-BE49-F238E27FC236}">
                <a16:creationId xmlns:a16="http://schemas.microsoft.com/office/drawing/2014/main" id="{2E38110C-D4AF-D81C-D8B3-441C3636B5CB}"/>
              </a:ext>
            </a:extLst>
          </p:cNvPr>
          <p:cNvPicPr>
            <a:picLocks noChangeAspect="1"/>
          </p:cNvPicPr>
          <p:nvPr/>
        </p:nvPicPr>
        <p:blipFill>
          <a:blip r:embed="rId7"/>
          <a:stretch>
            <a:fillRect/>
          </a:stretch>
        </p:blipFill>
        <p:spPr>
          <a:xfrm>
            <a:off x="8623325" y="1783995"/>
            <a:ext cx="2851280" cy="2242580"/>
          </a:xfrm>
          <a:prstGeom prst="rect">
            <a:avLst/>
          </a:prstGeom>
        </p:spPr>
      </p:pic>
      <p:sp>
        <p:nvSpPr>
          <p:cNvPr id="17" name="TextBox 16">
            <a:extLst>
              <a:ext uri="{FF2B5EF4-FFF2-40B4-BE49-F238E27FC236}">
                <a16:creationId xmlns:a16="http://schemas.microsoft.com/office/drawing/2014/main" id="{A9771386-4E08-CF6D-1227-528ECE637EE6}"/>
              </a:ext>
            </a:extLst>
          </p:cNvPr>
          <p:cNvSpPr txBox="1"/>
          <p:nvPr/>
        </p:nvSpPr>
        <p:spPr>
          <a:xfrm>
            <a:off x="10663375" y="91883"/>
            <a:ext cx="1528625"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a:t>
            </a:r>
            <a:r>
              <a:rPr lang="en-US" sz="1050" dirty="0">
                <a:solidFill>
                  <a:srgbClr val="969696"/>
                </a:solidFill>
                <a:latin typeface="Aptos"/>
              </a:rPr>
              <a:t>Summer School</a:t>
            </a:r>
            <a:endParaRPr sz="1050" b="0" dirty="0">
              <a:solidFill>
                <a:srgbClr val="969696"/>
              </a:solidFill>
              <a:latin typeface="Aptos"/>
            </a:endParaRPr>
          </a:p>
        </p:txBody>
      </p:sp>
    </p:spTree>
    <p:extLst>
      <p:ext uri="{BB962C8B-B14F-4D97-AF65-F5344CB8AC3E}">
        <p14:creationId xmlns:p14="http://schemas.microsoft.com/office/powerpoint/2010/main" val="186701412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C7CDB-BB21-5551-AD41-068B73F8EE7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DF1906FF-7A9D-6E74-AB44-F3083EDB8C6B}"/>
              </a:ext>
            </a:extLst>
          </p:cNvPr>
          <p:cNvSpPr>
            <a:spLocks noGrp="1"/>
          </p:cNvSpPr>
          <p:nvPr>
            <p:ph type="body" sz="quarter" idx="13"/>
          </p:nvPr>
        </p:nvSpPr>
        <p:spPr>
          <a:xfrm>
            <a:off x="371475" y="396875"/>
            <a:ext cx="7088691" cy="868363"/>
          </a:xfrm>
        </p:spPr>
        <p:txBody>
          <a:bodyPr>
            <a:normAutofit/>
          </a:bodyPr>
          <a:lstStyle/>
          <a:p>
            <a:pPr marL="0" indent="0">
              <a:buNone/>
            </a:pPr>
            <a:r>
              <a:rPr lang="en-US" b="1" dirty="0"/>
              <a:t>What FBA can and cannot tell us?</a:t>
            </a:r>
          </a:p>
        </p:txBody>
      </p:sp>
      <p:sp>
        <p:nvSpPr>
          <p:cNvPr id="6" name="TextBox 5">
            <a:extLst>
              <a:ext uri="{FF2B5EF4-FFF2-40B4-BE49-F238E27FC236}">
                <a16:creationId xmlns:a16="http://schemas.microsoft.com/office/drawing/2014/main" id="{C4C514A6-0D4F-A567-FD97-2FDD44E4680F}"/>
              </a:ext>
            </a:extLst>
          </p:cNvPr>
          <p:cNvSpPr txBox="1"/>
          <p:nvPr/>
        </p:nvSpPr>
        <p:spPr>
          <a:xfrm>
            <a:off x="11022448" y="91883"/>
            <a:ext cx="1169552" cy="198516"/>
          </a:xfrm>
          <a:prstGeom prst="rect">
            <a:avLst/>
          </a:prstGeom>
          <a:noFill/>
        </p:spPr>
        <p:txBody>
          <a:bodyPr wrap="none" lIns="45720" tIns="18288" rIns="45720" bIns="18288" anchor="ctr">
            <a:spAutoFit/>
          </a:bodyPr>
          <a:lstStyle/>
          <a:p>
            <a:pPr algn="r"/>
            <a:r>
              <a:rPr sz="1050" b="0" dirty="0">
                <a:solidFill>
                  <a:srgbClr val="969696"/>
                </a:solidFill>
                <a:latin typeface="Aptos"/>
              </a:rPr>
              <a:t>FISABIO workshop</a:t>
            </a:r>
          </a:p>
        </p:txBody>
      </p:sp>
      <p:pic>
        <p:nvPicPr>
          <p:cNvPr id="2" name="Picture 1">
            <a:extLst>
              <a:ext uri="{FF2B5EF4-FFF2-40B4-BE49-F238E27FC236}">
                <a16:creationId xmlns:a16="http://schemas.microsoft.com/office/drawing/2014/main" id="{3E9E06D7-2B44-2215-DF2F-CFDD8622D0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004183" y="6074368"/>
            <a:ext cx="3187817" cy="773514"/>
          </a:xfrm>
          <a:prstGeom prst="rect">
            <a:avLst/>
          </a:prstGeom>
        </p:spPr>
      </p:pic>
    </p:spTree>
    <p:extLst>
      <p:ext uri="{BB962C8B-B14F-4D97-AF65-F5344CB8AC3E}">
        <p14:creationId xmlns:p14="http://schemas.microsoft.com/office/powerpoint/2010/main" val="978605128"/>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7574</TotalTime>
  <Words>739</Words>
  <Application>Microsoft Macintosh PowerPoint</Application>
  <PresentationFormat>Widescreen</PresentationFormat>
  <Paragraphs>130</Paragraphs>
  <Slides>15</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-webkit-standard</vt:lpstr>
      <vt:lpstr>Abadi MT Condensed Light</vt:lpstr>
      <vt:lpstr>Aptos</vt:lpstr>
      <vt:lpstr>Aptos Display</vt:lpstr>
      <vt:lpstr>Arial</vt:lpstr>
      <vt:lpstr>IBM Plex Sans</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Kshitij Tandon</dc:creator>
  <cp:lastModifiedBy>Kshitij Tandon</cp:lastModifiedBy>
  <cp:revision>1</cp:revision>
  <dcterms:created xsi:type="dcterms:W3CDTF">2026-06-29T03:06:44Z</dcterms:created>
  <dcterms:modified xsi:type="dcterms:W3CDTF">2026-07-10T01:32:16Z</dcterms:modified>
</cp:coreProperties>
</file>